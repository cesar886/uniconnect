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ink/ink2.xml" ContentType="application/inkml+xml"/>
  <Override PartName="/ppt/notesSlides/notesSlide5.xml" ContentType="application/vnd.openxmlformats-officedocument.presentationml.notesSlide+xml"/>
  <Override PartName="/ppt/ink/ink3.xml" ContentType="application/inkml+xml"/>
  <Override PartName="/ppt/notesSlides/notesSlide6.xml" ContentType="application/vnd.openxmlformats-officedocument.presentationml.notesSlide+xml"/>
  <Override PartName="/ppt/ink/ink4.xml" ContentType="application/inkml+xml"/>
  <Override PartName="/ppt/notesSlides/notesSlide7.xml" ContentType="application/vnd.openxmlformats-officedocument.presentationml.notesSlide+xml"/>
  <Override PartName="/ppt/ink/ink5.xml" ContentType="application/inkml+xml"/>
  <Override PartName="/ppt/notesSlides/notesSlide8.xml" ContentType="application/vnd.openxmlformats-officedocument.presentationml.notesSlide+xml"/>
  <Override PartName="/ppt/ink/ink6.xml" ContentType="application/inkml+xml"/>
  <Override PartName="/ppt/notesSlides/notesSlide9.xml" ContentType="application/vnd.openxmlformats-officedocument.presentationml.notesSlide+xml"/>
  <Override PartName="/ppt/ink/ink7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7" d="100"/>
          <a:sy n="157" d="100"/>
        </p:scale>
        <p:origin x="3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22:09:11.7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22503 6707 24575,'0'27'0,"0"5"0,0-4 0,0 4 0,-12-5 0,11-5 0,-1 0 0,-10-7 0,1 1 0,10 9 0,-1 0 0,-13-11 0,0 0 0,11 18 0,-14-17 0,18-4 0,0 7 0,-12-2 0,5 5 0,0 2 0,0 0 0,-1 1 0,-1 0 0,-2 1 0,2-2 0,0 4 0,1-2 0,-2-1 0,0-4 0,-2-8 0,12-12 0,0-12 0,0 9 0,0-9 0</inkml:trace>
  <inkml:trace contextRef="#ctx0" brushRef="#br0" timeOffset="2766">23574 6244 24575,'0'15'0,"0"14"0,0-13 0,0 17 0,0-1 0,0-13 0,0 2 0,0 4 0,0 3 0,1 7 0,-2 2-136,-2-11 1,-2 2 0,2-1 135,1-2 0,2 0 0,-1 0 0,-5 8 0,0-2 0,7-4 0,-2-2 0,-8-8 0,0 1 0,7 4 0,0 0 0,-16 6 0,18-7 0,0-10 0,0-11 0</inkml:trace>
  <inkml:trace contextRef="#ctx0" brushRef="#br0" timeOffset="4716">13123 8493 24575,'17'9'0,"0"0"0,15-5 0,-9 10 0,-1 2 0,8-2 0,1 2 0,0 1 0,-9-4 0,-1 2 0,5 1 0,1 0 0,0 1 0,-3-2 0,0 1 0,-1 2 0</inkml:trace>
  <inkml:trace contextRef="#ctx0" brushRef="#br0" timeOffset="11267">12581 9684 24575,'15'0'0,"8"0"0,-2 0 0,2 0 0,2 0 0,2 0 0,-2 0 0,2 0 0,-1 0 0,4 0 0,0 0 0,-5 0 0,1 0 0,-1 0-400,12 0 1,1 0 399,-8 0 0,2 0 0,-1 0 0,0 0 0,0 0 0,-1 0 0,1 0 0,0 0 0,0 0 0,0 0 0,-1 0 0,2 0-274,2 0 0,1 0 1,0 0 273,-3 0 0,0 0 0,0 0 0,-3 0 0,0 0 0,-1 0 0,1 0 0,0 0 0,2 0 0,-3 0 0,1 0 0,1 0 0,-1 0 0,5 0 0,-1 0 0,3 0-280,-4 0 0,3 1 0,-1-1 0,-2-1 280,0-2 0,-1-1 0,-1-1 0,1 1 0,1 0 0,-2-3 90,-5-3 0,0-2 1,-1 2-91,2 4 0,0 1 0,-1 0 0,2-5 0,0 2 0,6 7 0,-1 2 486,-11-1 0,1 0-486,9 0 0,-1 0 0,1 0 0,-1 0 0,2 0 599,-11 0 0,1 0-599,9 0 0,2 0 149,-2 0 1,-1 0-150,0 0 0,0 0 0,2 0 0,0 0 0,5 0 0,-2 0 0,-3 0 0,0 0 0,-7 0 0,1 0 0,-1 0 0,6 0 0,-2 0 0,-4 0 0,-1 0 0,4 0 0,0 0 0,7 0 0,-16 0 0,2 0 0,4 0 0,0 0 0,6 0 0,-9 0 0,0 0 0,10 0 0,-4 0 0,4 0 0,1 0 0,-5 0 0,4 0 0,-6 0 0,-11 0 0,14 0 0,-12 0 0,15 0 0,-10 0 0,0 0 0,9 0 0,0 0 0,0 0 0,-1 0 0,-8 0 0,1 0 0,9 0 0,-4 0 0,-8 0 0,4 0 0,-21 0 0,26 0 0,-13 0 0,5 0 0,-9 0 0,-12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22:10:39.2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1733 4445 24575,'22'0'0,"-3"0"0,3 0 0,6 0 0,3 0 0,2 0 0,3 0 0,2 0-656,-9 0 1,1 0-1,1 0 1,1 0 0,-1 0 284,2 0 0,0 0 0,0 0 1,1 0-1,1 0 371,-2 0 0,1 0 0,1 0 0,0 0 0,2 0 0,2 0 0,-5 0 0,1 0 0,2 0 0,1 0 0,1 0 0,-1 0 0,0 0 0,0 0 0,-1 0 0,0 0 0,-1 0 0,0 0 0,-1 0 0,1 0 0,0 0 0,2 0 0,0 0-298,-4 0 0,1 0 0,1 0 0,1 0 0,0 0 0,0 0 0,1 0 0,-2 0 1,0 0-1,0 0 0,-3 0 79,6 0 0,-1 0 1,-2 0-1,0 0 1,0 0-1,-1 0 0,1 0 1,1 0 218,-3 0 0,0 0 0,0 0 0,0 0 0,0 0 0,0 0 0,0 0 0,-1 0 0,0 0-143,2 0 0,0 0 1,-1 0-1,0 0 1,0 0-1,0 0 0,1 0 1,-1 0 142,2 0 0,-1 0 0,1 0 0,0 0 0,0 0 0,-1 0 0,1 0 0,-1 0 0,0 0 0,-1 0 0,0-1 0,-1 1 0,1 0 0,0 0 0,0 0 0,0 1 0,1 0 0,0 1 0,0 0 0,0 1 0,0-1 0,1 1 0,-1-1 0,0 1 0,0-1 0,1-1 0,0 1 0,-1 0 0,1 0 0,-1 0 0,1 0 0,-1 1 0,-2 0 0,1 1 0,0 0 0,-1 1 0,1 0 0,-2-1 0,1 0 0,-2-1-241,6 0 0,-2 0 0,0-1 0,0 0 1,-1 0-1,0 1 241,0 0 0,0 1 0,-1-1 0,0 1 0,0 1 0,-1-1 68,2 2 0,0 0 0,-1 1 0,-1 0 1,0 0-69,2 0 0,-2 1 0,1 0 0,0 0 0,3 0 0,2 0 0,-2 0 0,-1 0 0,2 3 0,-2-1 0,1-2 0,-8-5 0,1-3 0,1 0 0,2 2 0,-3 3 0,3 2 0,0 1 0,1 0 0,-1 0 0,-1-3 0,7-2 0,-2-2 0,0-1 0,3 2 279,-4 1 0,2 0 1,1 2-1,0-1 1,0 0-1,-2 0-279,-1 0 0,-2 0 0,0 0 0,0-1 0,0 0 0,2-2 0,0 0 0,0-1 0,-1 1 0,1 0 603,-2 2 1,0 1 0,0 0 0,-1 0 0,1-1-604,2 0 0,0 0 0,-1-1 0,0 0 0,-3 0 0,7-1 0,-2-1 0,-1 2 0,-5 0 0,1 2 0,-1-1 0,-3-1 0,4-2 0,-2 0 0,1 6 0,0 0 0,-5-5 0,1-1 0,0 2 0,-1 5 0,-1 1 0,2 1 0,4-2 0,1-1 0,0 1 580,0 2 1,0 0-1,0 1-580,0 0 0,1 1 0,-2 0 0,-5 0 0,0 0 0,0 0 514,1-2 1,0 1 0,-2-1-515,-2 1 0,-1 0 1593,5 2 0,-2 0-1593,-8 8 182,-6-1 1,-3 2-183,-5 9 0,-4 5 0,2-8 0,0 4 0,0 3 0,0-1 0,0-1-496,0 2 1,0-1-1,0 1 1,0 2 495,0-5 0,0 3 0,0 1 0,0 0 0,0-2 0,0-3 0,0 1 0,0-2 0,0-1 0,0-1-111,0 6 0,0 0 1,0-2 110,2 6 0,-4-2 0,-6-5 0,-1 0 0,2 3 0,-2-1 0,-6-4 0,-3-2 0,-4 1 0,0-1 0,7-6 0,-1 0 0,-6 0 0,-3 1 0,-1 0 0,1 0 0,0 0 0,0 0 0,1 0 0,0 0 0,0 0 0,-4-1 0,0-2 0,3 0 0,7-1 0,1-2 0,-10 0 0,-2-2 0,0 3 0,-2 0 0,1-4 0,-4-1 0,-1 0 0,0 0 0,2-3 0,-1-1 0,1 0 0,-2 1-463,1 2 1,-2 0 0,0 1 0,0-1 0,1-1 462,3-2 0,0-1 0,1-1 0,0 0 0,0 0 0,-6 1 0,0-1 0,0 0 0,1 0 160,0 1 0,1 0 0,0 0 0,1-1-160,4 1 0,0-1 0,0 0 0,1 0-173,-7 0 0,1 0 1,2 1 172,5 4 0,2 1 0,-1-2 0,-3-7 0,0-2 0,0 0 0,3 4 0,1 0 0,-2 0 0,-5 1 0,-2-1 0,-1-1 0,7-2 0,-1-1 0,0 0 0,0 2 0,2 2 0,1 3 0,0-1 0,-1 0 0,-4 0 0,-1-1 0,1 0 0,1 0 0,-2 0 0,2 0 0,-1 1 0,-2 4 0,-1 0 0,0 0 0,4-5 0,0 0 0,0-1 0,1 1 0,-1 0 0,0 0 0,-3 0 0,-1-1 0,-1-1 0,1-2 0,0-2 0,-2 1 0,6-1 0,0 1 0,-1 0 0,1 1 0,1 2 0,0 2 0,-1 1 0,2-3 0,0-1 0,1-1 0,0-1 0,-1 2 0,0 2 0,0 1 0,0 0 0,0-2 0,-7-1 0,1-3 0,-1 0-350,7 1 1,-1 0 0,0 0-1,0 0 350,-4 0 0,0 0 0,-1 0 0,1 0 0,3 3 0,1 0 0,-1 1 0,0-2 0,1-1 0,-1 0 0,-1-1 0,1 0 0,0 1 0,-3 2 0,1 0 0,0 1 0,-2-2 2,3-1 0,-2-2 0,0 1 0,0-1 1,-1 2-3,0 1 0,-1 0 0,0 1 0,0 0 0,0-1 0,0-1 0,1-1 0,-1 0 0,1 1 0,0 0 0,2 1 0,0 0 0,0 1 0,0 0 0,1-2 0,-6 0 0,0-1 0,2 0 0,-1-1 15,5 1 1,0 0 0,1 0-1,-2 0-15,-2 0 0,-1 0 0,0 0 0,-1 0 0,6 0 0,0 0 0,-1 0 0,0 0 0,1 0 0,-4 0 0,1 0 0,0 0 0,-1 0 0,2 0 0,-1 0 0,0 0 0,1 0 0,1 0 0,0 0 0,1 0 0,1 0 0,-1 0 0,0 0 0,0 0 0,-1 0 0,1 0-17,2 0 0,-1 0 0,1 0 1,1 0 16,-4 0 0,1 0 0,-1 0 0,-3 1 0,0-1 0,0-1 0,4-2 0,1-2 0,-1 2 0,-4 2 0,-1 1 0,2-2 0,8-5 0,1-2 0,-1 1 345,-8 1 0,0 0 0,2 1-345,0-2 0,0-1 0,3-3 0,-1-3 0,0 1 0,3 6 0,0 2 0,0-3 0,-4-6 0,0-3 0,0-1 0,0 2 0,0-1 0,1 0 0,4 5 0,2-1 0,-1-1 362,2-2 1,1-2 0,0-1 0,1 2-363,-1 1 0,2 0 0,-2 0 0,1 0 0,-3-1 0,1-1 0,2 1 0,-1-4 0,2 1 0,-2-1 0,-4-1 0,-1-1 0,4-1 0,7-1 0,3-2 0,-1 1 0,-1 2 0,0 1 0,1-2 0,2-3 0,2-1 0,0 1 0,0 4 0,1 1 0,0-2 0,-2-7 0,-1-3 0,3 1 0,3-1 0,2 0 0,-1 0 0,-5 4 0,-1 1 0,3-1 0,5-3 0,3 0 0,-2 3 0,-7 6 0,1 1 867,6-11 1,4-1-868,-3 6 0,2 1 0,6-1 0,3-1 0,-5 3 0,0-2 0,1 3 0,9-4 0,3 1 0,-4 5 0,1-1 0,0 2 0,-1-7 0,3 3 0,2 13 0,3 1 0,-2-1 0,1-6 0,1 0 0,2 8 0,3 2 0,-2-1 0,-3-1 0,-1 0 0,0 1 0,9-9 0,0 4 533,1 7 0,0 1-533,-10-2 0,0 1 0,10 8 0,3 3 0,2-5 0,0-2 0,-2-2 0,1 0 27,-7 4 0,0 0 1,0-1-28,7-3 0,-3-2 477,-3-2 0,-3 2-477,6 8 18,-15-9 1,-4 1-19,-9 8 0,14-9 0,5 12 0,-1-8 0,3-2 0,2 4 0,2 1 0,2 0-205,-4 0 1,2 0 0,0 0-1,-1 0 205,7-3 0,-1 0 0,0 0 0,-1 1 0,0 0 0,-2 0 0,7 0 0,-4-2 0,-9-6 0,-1 1 0,-2 12 0,0 1 0,-6-11 0,0 0 0,12 10 0,-12-13 0,0 0 1224,17 11-1224,-17-26 0,13 27 0,-26-8 0,21 11 0,-21 0 0,20-12 0,9 9 0,-17-9 0,1 0 0,15 11 0,0-1 0,-15-12 0,-1-1 0,17 11 0,-15-11 0,-4 0 0,-9 12 0,14-8 0,-7 11 0,-8 0 0,9 0 0,0-12 0,-9 9 0,9-9 0</inkml:trace>
  <inkml:trace contextRef="#ctx0" brushRef="#br0" timeOffset="13732">9750 4842 24575,'15'0'0,"3"0"0,5 0 0,10 0 0,6 0-820,-13-2 1,3-1 0,1-1 0,1 1 603,-1 0 1,2 0 0,0 0-1,0 0 1,1 0 215,-1 0 0,0 0 0,0 0 0,0 0 0,0 1 0,5-1 0,0 0 0,0 0 0,-1 0-87,-1-1 0,0-1 1,-1 0-1,-1 1 87,3 3 0,-1 1 0,1-3 0,-7-3 0,0-3 0,0 1 0,0 2 0,-1 3 0,0 3 0,1 0 0,-1 0 0,2-3 0,0 0 0,0-1 0,1 2 0,0 1 0,0 2 0,1-1 0,-1 0 0,-2-2 0,-1-2 0,1 1 0,4 0 0,-1 2 0,4 1 0,1 0 0,1 0 0,0 0 0,0-2 0,-6-1 0,0-1 0,0 0 0,0-1 0,0 0 0,1 0 0,0 2-104,-1 0 0,0 1 0,0 0 0,0 0 0,1 0 1,0 0-1,1 1 0,1-1 104,-2 0 0,1 0 0,1 0 0,0 0 0,0 0 0,1 0 0,-1-1 0,1 1 0,-1 0 0,0 0-365,1-1 1,0 1 0,0-1 0,0 0 0,0 0 0,-1 0 0,1 0 0,1 1 0,-1 0 219,-1 1 1,0 1-1,0-1 1,0 1 0,1 0-1,-1 0 1,1 0-1,0 0 1,1 0 0,-1 0 144,0-1 0,2 0 0,0 0 0,0-1 0,0 1 0,1 0 0,-2-1 0,0 1 0,-1 0 0,-1 0 0,-3 1-152,5-1 1,-3 1 0,-2 0 0,0 0 0,0 1 0,0-1 0,2 0 151,0 0 0,1 0 0,1 0 0,0 0 0,0 0 0,-1 0 0,-2 0 0,-1 0-136,7 0 1,-3 0-1,-1 0 1,0 0-1,0 0 136,-1 0 0,0 0 0,0 0 0,1 0 0,1 0 61,-4 0 0,1 0 0,1 0 0,1 0 0,-1 0 0,0 0 0,-1 0-61,3 0 0,-1 0 0,0 0 0,0 0 0,0 0 0,0 0 0,-1 0 0,0-1 0,1 1 0,-1 0 0,-1 0 0,-1 1 0,1 0 0,-1 1 0,0 1 0,-2 0 0,1 0 0,4-1 0,-1 1 0,0 1 0,-4 1 0,0 5 0,-3 2 0,2-1 819,0-4 0,2-1 0,0 0 0,-5 2-645,2 8 0,-1 1 815,-3-6 1,3 0-1,-2-1-989,7 5 0,-1-2 0,-5-6 0,1 0 0,-2 0 1281,0 5 0,-1-1-1281,-1-5 0,-2 3 658,-7 11 1,-2 4-659,5 0 0,-1 0 0,-8 0 0,0 1 0,2-1 0,1 2 0,-3-3 0,-6 0 0,-1 0 0,6 5 0,3 2 0,-3 0 119,-5-5 0,-2 0 0,1 0-119,2 2 0,2-1 0,-2 2 0,-2 5 0,-1 1 0,-1 0-439,1-2 0,0-1 1,0 2 438,0 0 0,0 1 0,0 1 0,0 0 0,0-4 0,0-1 0,0 1 0,0 0 0,0-1 0,0 2 0,0-1 0,0 0 0,0 0 0,1 0 0,-1 0 0,0-1 0,-1 1 0,-1 1 0,0 0 0,-2-1 0,1-1-198,-1 0 0,-1-2 0,-1 1 198,-3 1 0,-3 1 0,1-4 0,-4-4 0,2-1 0,2 10 0,1-2 182,-2-9 1,1-2-183,4 2 0,-1-1 809,-7 0 1,-2 0-810,3-4 0,0 0 330,-2 0 0,-1 0-330,1 4 0,0 0 0,-3 0 0,-2 1 0,-5 5 0,-1 0 0,6-8 0,0-1 0,0-2 0,-1 0 0,3-1 0,4 0 0,-1 0 0,-14 2 0,-2 0 0,11 1 0,0-1 0,-5-2 0,-1 0 0,1-5 0,0 2 0,5 3 0,0 1 0,-1-3 0,-9-8 0,-2 0 0,4 8 0,-2 5 0,2-5 0,-3-10 0,1-1 0,2 6 0,-1 2 0,0-2 0,5-5 0,0-2 0,0 1 0,-1 6 0,-1 3 0,0-3 0,-4-6 0,1-2 0,1 4 0,-3 11 0,1 1 0,5-12 0,0-3 0,1 1 0,-2 9 0,0-2 0,3-7 0,-2-2 0,-1 1-230,-1 3 1,-1 2-1,0-1 230,-2-3 0,-1 0 0,-1 0-362,4 1 0,-2 2 1,0-1-1,0 0 362,1-3 0,1 0 0,-1-1 0,-1 2-561,-5 0 1,0 2 0,-1 1-1,0-1 561,6 1 0,-1 0 0,0 1 0,0-1 0,0 0 0,-5 0 0,0 0 0,0 0 0,0 0-367,1 1 0,-1 0 0,1 0 0,1-2 367,3-2 0,0-1 0,1-1 0,1 1-158,-6 0 0,0 0 1,1 0 157,0 0 0,0 0 0,0 0 0,4 0 0,1 0 0,-1 0 0,-4 0 0,0 0 0,0 0 0,0 0 0,-1 0 0,0 0 0,0 0 0,0 0 0,1 0 0,-1 0 0,1 0 0,1 0 315,6 0 0,2 0 0,-1 0-315,-9 0 0,0 0 1051,9 0 0,2 0-1051,-1 0 0,0 0 863,-1 0 1,1 0-864,5 0 0,0 0 657,-10 0 0,0 0-657,10 0 0,-1 0 0,-2 0 0,-2 0 0,0 0 0,-6 1 0,1-2 115,0-8 1,1 0-116,-1 7 0,1 0 0,8-7 0,1 0 0,-11 2 0,-1 2 0,6 4 0,0-1 0,2-5 0,-2-2 0,2 2 0,0 5 0,-1 1 0,-2-2 0,-3-1 0,3-1 0,3-4 0,-1 0 0,-2 4 0,-3 1 0,2-3-267,-3-8 0,0-2 267,3 8 0,-2 1 0,2-1 0,-3-7 0,1-1 0,5 8 0,0 0 0,1-1 0,-2-7 0,0 2 0,-6 8 0,1-1 0,11-6 0,-1-1 0,-8 7 0,-1 0 0,6-8 0,1-1 0,-6 0 0,0 2 0,6 7 0,1 0 0,1-5 0,-1-2 0,0 2 0,-3 4 0,1 0 0,-6-12 0,2-2 267,2 9 0,4 0-267,8-2 0,2 0 0,-4-1 0,1 1 0,3 2 0,0 0 0,-3-2 0,-1 0 0,-2 0 0,-1 0 0,-1 2 0,1 0 0,-1-2 0,2-1 0,3 1 0,0 0 0,-1 2 0,1 0 0,2-2 0,0 0 0,-3 3 0,2-1 0,0-18 0,-8 4 0,2 8 0,14-1 0,-2 0 0,-20 2 0,20-1 0,3-4 0,0 1 0,-3 2 0,-5 6 0,-1-1 0,7-14 0,0-2 0,-8 11 0,-1 0 0,0-10 0,2-3 0,7 4 0,0 0 0,-2 6 0,-1 0 0,2 0 0,8-10 0,0 0 0,-7 10 0,-1 0 0,2 0 0,5-6 0,1 0 0,-4-2 0,-2-1 0,-2 3 0,1 0 0,5 0 0,1 0 0,-7-3 0,1 1 0,7 11 0,2-1 0,-7-9 0,0 1 0,3-1 0,-3 9 0,0 0 0,6-11 0,0 5 0,0 7 0,0-2 0,0-12 0,0 16 0,0-2 0,0-4 0,0 0 0,0-5 0,0-3 0,0 10 0,0 20 0,0-27 0,12 26 0,8-14 0,8 7 0,5-4 0,-17 2 0,0-1 0,12 0 0,4 2 0,-17 12 0,-3 0 0,5 0 0,-12 0 0,13 0 0,-18 0 0</inkml:trace>
  <inkml:trace contextRef="#ctx0" brushRef="#br0" timeOffset="22449">16722 4392 24575,'32'0'0,"0"0"0,1 0 0,0 0 0,0 0 0,4 0 0,-7 0 0,1 0 0,2 0 0,2 0 0,0 0-467,-4 0 0,2 0 0,0 0 0,2 0 0,-1 0 0,0 0 0,0 0 467,0 0 0,-1 0 0,1 0 0,0 0 0,-1 0 0,1 0 0,1 0-458,0 0 1,1 0-1,1 0 1,-1 0 0,0 0-1,0 0 1,-1 0 457,2 0 0,-1-1 0,0 1 0,-1 0 0,2 0 0,-1 1 0,-1 1 0,1 0 0,0 1 0,0 1 0,0 0 0,0 0 0,1 1-67,-4-1 1,0 2 0,0-1 0,0 1-1,1 0 1,0 1 0,1-1 0,0 1 66,-1-1 0,0-1 0,1 2 0,0-1 0,1 0 0,0 0 0,0 1 0,0-1 0,0 1 0,-1 0 0,-1 0 0,0 0 0,0 0 0,0 1 0,0-1 0,-1 1 0,1-1 0,-1 0 0,0 0 0,1 0 0,1-1 0,2 1 0,-1-1 0,0 0 0,0 0 0,-1-1 0,-1 1 0,0-1 0,-1 1 0,1 0 0,-2 0 0,0 0 0,-1 0 0,0 0 0,0-1 0,0-1 0,3 1 0,1-2 0,-1 0 0,0 0 0,-1 0 0,-2 1 0,5 2 0,-2 0 0,-1 0 0,1 0 0,-5-2 0,0 0 0,1 0 0,1 0 0,3 0 0,-5 0 0,3 1 0,1 0 0,1-1 0,1 2 0,0-1 0,0 0 0,-1 1 0,1 0 0,1 0 0,-1 1 0,1 0 0,-1 0 0,1 0 0,0 0 0,0-1 0,-3-1 0,1 0 0,-1 0 0,1-1 0,0 1 0,-1-1 0,0 1 0,0-1 0,-1 1 0,5 1 0,-1 1 0,0-1 0,-1 0 0,0 1 0,0-1 0,1 0 0,-2 1 0,0-1 0,1 0 0,-1 0 0,-1 0 0,0 1 0,-1 0 0,5 2 0,-1 1 0,-1 0 0,0 0 0,3-1 0,-6-2 0,1 0 0,1-1 0,0 0 0,0 1 0,1 0 0,-1 2 0,-2 0 0,0 1 0,0 1 0,0 0 0,0 1 0,-1-1 0,-1 0 0,-1-1 0,7 2 0,-1-2 0,-2 1 0,1-1 0,2 1 0,-6-1 0,2-1 0,0 1 0,1 0 0,-1 0 0,-1 1 0,-2 1 0,3 4 0,-2 1 0,-1 0 0,0 1 0,-1 0-14,5 1 1,-2-1 0,1 1 0,-2 2 13,-3-1 0,0 2 0,-1 0 0,-2 0 0,-3 0 0,2 5 0,-3 1 0,-2-2 0,5 3 0,-5-1 610,-16-2 0,-1-2-610,11 7 1602,-12-10 0,0 2-1602,0-1 0,0 0 2549,0 9-2549,0-9 0,0 0 81,0 10-81,0-12 0,0 0 0,0 0 0,0 1 0,-4 10 0,-4 1 0,-7 2 0,-3 0-253,8-6 1,1 2 0,-2-1 252,-5-2 0,-2-1 0,2 1 0,2 3 0,1 1 0,0-2 0,-4 3 0,-1-1 0,3-6 0,0 1 0,0 0 0,2-2 0,0 0 0,0 0 0,-1-1 0,1 0 0,-1 0 0,-6 8 0,0-2 0,4-5 0,0-4 0,-1-6 0,1-1 0,3 3 0,-2 0 0,-6-2 0,-2 0 0,0 2 0,-1 0 0,-5 1 0,-2-1 0,1-2 0,0 0 0,6-4 0,-2 1 0,-1 0 0,0-2 0,-3-1 0,0 0 0,1-1 0,-5 3 0,1 0 0,-3-2-252,1-2 0,-3-1 0,1-1 0,2 2 252,2 2 0,2 1 0,-1-3 0,4-4 0,-2-1 0,1-2 0,0 2-286,-3 3 1,0 0 0,1 0 285,-4 0 0,0 0 0,0 0 0,4-3 0,1-1 0,-1 2 0,-4 1 0,0 1 0,0 0 0,3 2 0,1 1 0,-1-2 0,-3-3 0,0-2 0,0 2 0,1 7 0,-1 3 0,0-3-391,5-7 0,-1-2 1,-1-1-1,0 3 391,-1 3 0,0 2 0,-1-1 0,-1-1-468,2-3 0,-1-2 0,0-1 0,0 1 0,0 2 468,0 3 0,1 1 0,0 1 0,-1 0 0,0-2 0,-3-3 0,0-2 0,-1 0 0,1 0 0,1 2 0,4 3 0,1 1 0,0 1 0,0 0 0,0-3 0,-1-2 0,-1-2 0,1 0 0,0 0 0,1 1-70,-2 4 1,1 1 0,1 1 0,-1-1 69,-1-1 0,0 1 0,0-1 0,0 0 0,-1-1 0,-1 0 0,1 0 0,0 0 0,2 0 0,0 1 0,0 0 0,0-2 0,-1-1 0,0-3 0,-1 1 0,2-1-31,3 1 1,0 0 0,1 0 0,1 0 30,-8 0 0,0 0 0,0 0 0,0 1 0,0 0 0,1-3 0,1-2 0,2-2 0,-1-1 0,3-1 0,0-2 0,1 0 0,-2-3 0,0-1 0,1 0 0,-2-7 0,-1 2 0,4 8 0,-3 1 0,1-1 0,2-3 0,2-2 0,-1 1 0,-2 2 0,1-1 0,-2-1 0,3-1 0,0-1 0,-1 0 0,1 2 0,-4 1 0,1 0 0,0 0 0,-1-6 0,0-2 0,1 2 0,-1 4 0,1 1 0,2-3 0,6-4 0,3-3 0,-3 0 0,-1 5 0,-4 1 0,1-1 0,1 0-47,3-1 0,1 0 1,1-1-1,-1-1 47,1 2 0,-1-2 0,-1 1 0,1-1 0,1 2 0,-4-2 0,0 1 0,1 0 0,1-2 0,2-3 0,2-1 0,0 0 0,-1 2 338,0 4 0,-2 1 0,2 0 0,2-2-338,0-7 0,4-2 0,0 2 0,-2 3 0,0 0 0,1 0 0,3-3 0,1-1 0,-2 2 602,-7-3 1,-1 1-603,6 3 0,0-2 0,1 0 0,-1-4 0,0-1 0,2-1-150,3 9 1,2 0 0,-1-1 0,0-1 149,-3-5 0,-1 0 0,0-1 0,3 1 0,3 4 0,2 0 0,0 1 0,-2-1 0,-3-2 0,-3 0 0,0 1 0,4 1 0,5-1 0,4 1 0,-2 0 496,-2-2 0,-2-1 0,2 4-496,2 1 0,2 1 508,-1-5 1,0 0-509,-1 2 0,2-1 0,4-4 0,1-2 0,-5 4 0,1-1 0,5 10 0,1 0 0,1 0 0,-2-2 0,-1-1 0,1 2 0,7-7 0,0 1 0,-4 5 0,1 0 0,1 1 0,10-2 0,0 0 0,-8-6 0,3 1 0,2 17 0,4 2 0,-4-1 285,-3-12 1,-1 2-286,15 3 0,2 2 0,-10-2 0,-1 1 0,4-1 0,2 2 905,-1 1 1,0 4-906,1 6 0,-1 1 131,-5-4 0,0-1-131,2 1 0,-1 1 0,10-6 0,-18 0 0,0 2 0,18 11 0,0-8 0,-4 11 0,-7-12 0,-9 9 0,-12-9 0</inkml:trace>
  <inkml:trace contextRef="#ctx0" brushRef="#br0" timeOffset="29548">1680 7858 24575,'0'24'0,"0"1"0,0 6 0,0-1 0,0 1 0,0-9 0,0 0 0,0 11 0,0-17 0,0 13 0,0-2 0,0-4 0,0 1 0,0-3 0,0 0 0,0 11 0,0-2 0,0 1 0,5-1 0,2 2 0,-1-11 0,3 0 0,6 6 0,2-1 0,-4-6 0,2 0 0,-2 0 0,2 1 0,1 0 0,3-4 0,2-1 0,-2 2 0,-2 13 0,0-2 0,13-4 0,-2-6 0,-12-4 0,-1 1 0,3-2 0,2-11 0,4-2 0,2 8 0,2 2 0,2-2 0,3-6 0,1-3 0,3 0 0,-7 2 0,2 1 0,0 0 0,0-1 0,-2 0-370,7-1 1,-2-2-1,0 1 370,-3 0 0,1 0 0,-1 0 0,-4 0 0,5 0 0,-3 0 0,3 0 0,-1 0 0,-6 0 0,-1 0 0,2 0 0,-1 0 0,-4 0 0,-1 0 0,5 0 0,-2 0 0,4 0 554,-4 1 1,2-2-555,-5-5 0,1 0 0,1 6 0,1-3 0,-2-11 0,0-1 0,-2 13 0,-1 0 0,2-13 0,-1 0 0,1 14 0,-2-1 0,-2-8 0,-1-3 0,0 2 0,0 1 0,0-6 0,-1 0 0,-1 3 0,1 10 0,6-8 0,2-2 0,8-7 0,0 6 0,0 0 0,-15-3 0,-1 1 0,6 8 0,2 2 0,9-6 0,-16-6 0,14 14 0,-27-26 0,20 16 0,-8-13 0,0-5 0,0 18 0,-1 0 0,-10-18 0,5 10 0,0 0 0,-8-2 0,-2-1 0,1-4 0,0-2 0,1 6 0,0-1 0,-3 0-327,-5-2 0,-4-2 0,0 2 327,1-1 0,1 1 0,-3 1 0,-7-2 0,-4 1 0,0 1 0,4 4 0,-1 2 0,-1 0 0,-4 0 0,0 1 0,-3 1 0,4 3 0,-1 1 0,-1 0 0,-3 1 0,-1 1 0,-4 0 0,-1 0 0,-1 0 0,1 0 0,0 1 0,4 1 0,1 0 0,1 0 0,-2 1 0,1 0 0,-3 0-469,1 2 1,-2 0 0,-1 1 0,-1 0 0,1 1 0,1 0 0,2 0 421,-3-1 1,2 0 0,1 0 0,0 2-1,0 1 47,0 2 0,0 2 0,1 1 0,0 0 0,-1-1-492,-5 0 0,1 0 1,-1 0-1,0 0 492,6 0 0,0 0 0,-1 0 0,0 0 0,1 0 0,-6 0 0,0-1 0,1 1 0,-1 1-355,2 1 1,0 0-1,0 1 1,1 2 354,4 2 0,-1 1 0,1 1 0,1 1 0,0 0 0,-3 2 0,1 0 0,1 1 0,0 2 0,-2 3 0,0 2 0,0 0 0,3-1 4,-4 2 1,2-2 0,2 2-5,4 0 0,1 2 0,1-3 1384,-5 2 1,3-1-1385,10 2 0,2-2 2158,-4-6-2158,17 14 493,0-24 1,0 12 0,0-17 0</inkml:trace>
  <inkml:trace contextRef="#ctx0" brushRef="#br0" timeOffset="40041">1310 10054 24575,'22'0'0,"0"0"0,9 0 0,0 0 0,-1 0 0,1 0 0,2 0 0,-10 0 0,-20 0 0,9 0 0,5 0 0,0 0 0,8 0 0,9 0 0,-2 0 0,-6 0 0,1 0 0,7 0 0,4 0 0,-4 0 0,-12 0 0,-2 0 0,12 0 0,-20 0 0,0 0 0,-9 0 0,26 0 0,-24 0 0,24 0 0,-26 0 0,9 0 0,0 0 0,8 0 0,8 0 0,4 0 0,-17 0 0,-3 0 0,-12 0-820,-12 0 1,9 0 0,-9 0 0</inkml:trace>
  <inkml:trace contextRef="#ctx0" brushRef="#br0" timeOffset="44817">5305 11668 24575,'-22'0'0,"-8"-12"0,16-8 0,-7 6 0,-2 0 0,8-3 0,-1 2 0,-15 7 0,0 1 0,15-8 0,1 0 0,-7 7 0,0 0 0,6-7 0,0-2 0,-3 3 0,-2 1 0,-5-3 0,-1 0 0,-2 3 0,-2-2 0,7-1 0,-2-3 0,0-1 0,0 2 0,-2-1 0,0 2 0,-2-2 0,1 0 0,-3-2 0,-2-1 0,2 1 0,1 3 0,5 3 0,0 3 0,1 0 0,0-1 0,-4-1 0,-1 0 0,0-1 0,2 3 0,2-1 0,0 3 0,2 0 0,-6 2 0,0 0 0,0-1 0,-1 0 0,-1 3 0,0 1 0,5 3 0,-1 1 0,-5-5 0,-4-3 0,2 0 0,7 2 0,2 0 0,-3 1 0,0 1 0,-3 1 0,0 1 0,3-2 0,3-1 0,2 0 0,-1 1 0,-1 4 0,0 1 0,2 1 0,-4-1 0,1 0 0,-5 0 0,0 0 0,10 0 0,1 0 0,-9 0 0,-2 0 0,8 0 0,0 0 0,0 0 0,-1 0 0,-3 0 0,1 0 0,-9 0 0,16 0 0,1 0 0,-14 0 0,1 0 0,16 17 0,-14-12 0,16 24 0,-19-14 0,20 0 0,-2 2 0,-10 3 0,0 0 0,15 0 0,1 1 0,-6-1 0,1 0 0,2 12 0,9-17 0,-9 8 0,12-2 0,0-2 0,0 2 0,1 5 0,-2 1 0,-4-6 0,-1 0 0,4 5 0,1-2 0,-11 4 0,24-7 0,-9-10 0,20 1 0,10-9 0,-11 3 0,4 0 0,-1-5 0,1-1 0,1-1 0,-1 1 0,1 0 0,1 0-418,6 0 1,1 0 0,0 0 417,1 0 0,-1 0 0,1 0 0,-6 0 0,0-1 0,0 1 0,0 1 0,6 2 0,-1 2 0,1-1 0,-7-3 0,0-1 0,0 0 0,0 2 0,7 1 0,-1 2 0,1-2 0,-5-2 0,0-1 0,0 0 0,1-1-491,1 1 1,0 0-1,0 0 1,0 0 490,0 0 0,-1 0 0,0 0 0,-1 0 0,0 0 0,-1 0 0,0 0 0,-2 0-59,4 0 1,-1 0-1,-1 0 59,-3 0 0,0 0 0,-3 0 0,2 0 0,-4 0 0,11 0 0,-10-11 1113,-20 8-1113,9-21 0,-15-1 0,-7-8 0,-4-2 0,0 2 0,0 6 0,-1 1 0,-2 0 0,0-3-77,3 4 0,-1-4 0,0-1 0,0-1 0,-1 1 0,0 2 0,-1 3 77,-6-5 0,-1 4 0,-1 2 0,2 1 0,-3-1 0,2 2 0,2 3 0,4 5 0,3 5 0,4 9 0</inkml:trace>
  <inkml:trace contextRef="#ctx0" brushRef="#br0" timeOffset="47499">3691 11642 24575,'-34'0'0,"2"0"0,9 0 0,2 0 0,2 0 0,-1 0 0,-2 0 0,-10 0 0,1 0 0,9-5 0,-4-2 0,1 1 0,-6 4 0,-1 0-284,2-7 0,-1-3 0,-1 3 284,1 7 0,0 3 0,0-3 0,0-4 0,1-3 0,-1 1 0,0 1 0,0 0 0,0 0 0,0 2 0,0 0 0,1-1 0,0-4 0,2-1 0,-1 3 0,-1 5 0,0 4 0,-1-2 0,-3-6 0,0-2 0,-3 1 0,9 4 0,-2 1 0,-1 1 0,0-1 0,1 0 0,-4 0 0,0-1 0,1 0 0,-1 1 0,1-1 0,0 1 0,0 0 0,1 1 0,2 1 0,-1 1 0,1 1 0,4-1 0,-5 0 0,0 0 0,-4 2 0,-3 2 0,5 2 0,9 0 0,3 2 0,-3 4 0,3 3 0,4 6 0,5 2 0,8 8 0,-5-2 0,0 4 0,8-4 0,2 2 14,-1-5 0,0 1 1,0 1-15,-1 6 0,1 1 0,1 0 0,2-3 0,2 0 0,5 0 0,1-7 0,4 2 0,2-1 0,2 0 0,0-2 0,2-1 0,2-1 0,1-2 0,3 1-536,-2-2 1,1 1-1,3 0 1,0 0-1,0-2 1,1-2 535,3 1 0,1-3 0,0-1 0,1-1 0,1 2 0,-4-2 0,1 0 0,0 0 0,1 0 0,0 0 0,0 0 0,1-1 0,0 1 0,1-1 0,-1 0 0,1-1 0,0-1 0,-2 0 0,-1-2 0,1 0 0,0 0 0,1-1 0,0 1 0,-3-1 0,0 0 0,1 1 0,0-1 0,0 0 0,0-1 0,1-1 0,-2 0 0,3-2 0,0 0 0,0-2 0,0 0 0,0 0 0,-1-1 0,0 1 0,2 0 0,1 1 0,-1 0 0,0-1 0,-2-2 0,0-1 0,1-3 0,-1-2 0,-1-2 0,-2 0 0,-3 0-155,4-3 1,-4 0 0,-4-4 154,-5-3 0,-4-3 0,3 2 0,6 0 0,3 1 0,-5 0 0,-5-5 0,-3 2 0,2 6 0,0 1 0,8-7 658,-21 20-658,9-9 3251,-12-17-3251,0 10 288,0-3 0,0 0-288,0-11 0,0 5 0,0-4 0,-5 10 0,-2 0 0,-5-3 0,-3 1 0,-6-1 0,-5 2 0,-3 0 0,-2 2 0,1 4 0,0 1 0,-3 2 0,1 1 0,11 3 0,-1-1 0,-8-7 0,-1 1 0,0 5 0,1 0 0,5-8 0,-1 0 0,-4 9 0,4 2 0,11-3 0,4 12 0</inkml:trace>
  <inkml:trace contextRef="#ctx0" brushRef="#br0" timeOffset="57816">9843 11126 24575,'-23'0'0,"3"0"0,-1 0 0,-2 0 0,-11 0 0,-1 0 0,15 0 0,0 0 0,-8 0 0,0 0 0,6 1 0,0-2 0,1-8 0,-1 0 0,-9 7 0,-2 0 0,6-7 0,-1-3 0,-1 3 0,2 7 0,-2 2 0,0 1 0,1-3 0,0-2 0,1-2 0,-1-1 0,-1 1 0,-7 1 0,-1 0 0,-1 0 0,4-1 0,-1-2 0,3-2 0,0 0 0,-3-1 0,1 0 0,-1 1 0,0 5 0,1 1 0,1-2 0,5-3 0,0-3 0,0 4 0,0 5 0,-2 3 0,2-2 0,2-3 0,0-1 0,1 0 0,-12-1 0,2 2 0,10 4 0,-1-1 0,-11-4 0,0 0 0,16 6 0,0 0 0,-6 0 0,1 0 0,5 0 0,2 0 0,-13 0 0,-1 12 0,14-11 0,-1 1 0,-7 12 0,1 1 0,5-6 0,-1-1 0,-10 6 0,2 4 0,15-2 0,0 0 0,-16-2 0,0 0 0,15 2 0,1 1 0,-7-1 0,0 0 0,8-3 0,1 2 0,-4 6 0,2 2 0,7 0 0,0 1 0,-8-3 0,3 1 0,10 3 0,3 0 0,-12 3 0,0 4 0,9 0 0,-9-16 0,12 14 0,0-16 0,12 13 0,3-12 0,15 0 0,7-1 0,-4-5 0,1-2-164,-4 0 1,1 0 0,0 0 163,-4-2 0,0-1 0,-3-1 0,1-3 0,-1 0 0,-2 0 0,0 0 0,1 0 0,-2 0 0,-2 0 0,2-2 0,-1 4 0,-5 9 490,17-8-490,-4 9 0,4-12 0,1 0 0,-5 18 0,4-14 0,-6 14 0,7-18 0,-13 5 0,-1 1 0,5-3 0,-4 3 0,1 0 0,7-6 0,-8-1 0,1 2 0,-1 5 0,0 0 0,5-5 0,0 1 0,6 10 0,-9-12 0,0 0 0,4 0 0,-11 0 0,14 17 0,-1-12 0,-7 3 0,0 1 0,-1-2 0,-1-2 0,14-2 0,-1 9 0,-4-12 0,-8 11 0,4-8 0,8 9 0,-1-12 0,-1-1 0,2 2 0,-11 5 0,0 0 0,11-4 0,1-1 0,-5 5 0,-1 0 0,-1-6 0,0 0 0,1 0 0,-2 0 0,-4 0 0,-1 0 0,0 0 0,0 0 0,12 0 0,0 0 0,-4 0 0,-6 0 0,0 0 0,14 0 0,-8 0 0,1 0 0,-14 0 0,-1 0 0,16 0 0,-14 0 0,16 0 0,1 0 0,-14 0 0,1 0 0,1 0 0,0 0 0,-1 0 0,-1 0 0,14 0 0,-7 0 0,6 0 0,-4 0 0,5 0 0,-1 0 0,-13 0 0,2 0 0,5 0 0,1 0 0,-6 0 0,0 0 0,11 0 0,-2 0 0,1 0 0,-8 0 0,-2 0 0,-6 0 0,-4 0 0,-11-12 0,0-3 0,0-11 0,0-4 0,0 5 0,0-1 0,1-10 0,-2 0 0,-4 2 0,-1 3 0,5 10 0,-1 0 0,-8-12 0,-4 4 0,-6 10 0,12-3 0,-1 3 0,-8 16 0,17-9 0,-12 0 0,9-20 0,-8 8 0,-1-1 0,5 1 0,-1 0 0,-7-5 0,-3 2 0,5 8 0,-1 3 0,-3 2 0,1 0 0,2-16 0,-7 22 0,0 2 0,2-9 0,-10 0 0,-3 0 0,11 7 0,-1 0 0,-2-2 0,-3-2 0,1 2 0,-5 2 0,-1 1 0,6 3 0,-1-1 0,2 3 0,0 1 0,2 2 0,-9-1 0,8 0 0,-8 0 0,1 0 0,0 0 0,0 0 0,0 0 0,-1 0 0,8 0 0,21 0 0,-8 0 0</inkml:trace>
  <inkml:trace contextRef="#ctx0" brushRef="#br0" timeOffset="61599">8440 11761 24575,'-23'0'0,"1"0"0,-5 0 0,1 0 0,-1 0 0,-1 0 0,1 0 0,1 0 0,-2 0 0,-1 0 0,14 0 0,-10 0 0,-5 0 0,-1 0 0,-2 0-471,1 0 1,-4 0 0,0 0 470,8-1 0,-1 1 0,0 0 0,2 1 0,-5 2 0,2 1 0,1 0 0,2 1 0,1 0 0,2 0 0,0 2 0,4 1 0,4 4 0,-2 5 0,6 4 0,1 4 0,-1 9 0,0 1 705,-2-9 1,0-1-706,3 6 0,5-9 0,6-19 0,0 9 0,0-12 0,0 41 0,29-19 0,-17 1 0,-1 4 0,3-3 0,9-8 0,2-1 0,3 8 0,0-2 0,1-13 0,1-2 0,0 10 0,3-2-342,-1-11 1,3-3-1,0 1 342,-4 5 0,0 1 0,2-2-443,-3-4 0,1-1 0,1-1 0,0 1 443,1 0 0,1 0 0,-1 0 0,-1 0 0,-2 0 0,-1 0 0,-1 0 0,2 0 0,1 0 0,1 0 0,0 0 0,0 0-121,5 0 0,-1 0 0,2 0 1,0 0 120,-5 0 0,1 0 0,0 0 0,0 0 0,1 0 0,-2 0 0,1 0 0,0 0 0,1 0 0,-2 0 0,-2 0-242,7 0 0,-1 0 0,-2 0 1,-1 0 241,-4 0 0,-2 0 0,0 0 0,0 0 154,4 0 1,0 0 0,-2 0-155,0 0 0,1 0 0,4 0 0,2 0 0,-3 0 0,-1 0 0,-3 0 0,6 0 0,0 0 0,-10 0 0,0 0 0,-1 0 0,6 1 0,1-2 0,-3-4 0,2-2 0,-1 1 0,-3 4 0,-1 2 0,2-2 0,2-3 0,1-2 0,0 1 0,0 1 0,0 1 0,0 1 0,-2 3 0,0 0 0,-1-3 0,-1-4 0,-1-2 0,1 2 0,1 6 0,1 2 0,-2-4 0,-1-12 0,-1 1 0,12 12 0,0-1 0,-16-11 0,0-1 837,6 7 0,-1 1-837,-6 0 0,0-1 258,5 2 0,0 1-258,6-7 562,-9 10 1,0 1-563,10-11 468,-4 12-468,4-17 0,-5 12 0,5-13 0,-4 18 0,-7 0 0,2-11 0,-20 8 0,9-21 0,-12 4 0,0-8 0,-12-5 0,9 19 0,-9-16 0,12 26 0,-11-14 0,-10 6 0,2 6 0,-2-2 0,-5-8 0,-1-1 0,0 3 0,0 1 0,0-4 0,1 1 0,5 8 0,3 1 0,-3-4 0,9 11 0,-17-12 0,-2 9 0,0-11 0,-3-1 0,-2 12 0,0 1 0,5-13 0,-1 1 0,6 11 0,0 4 0,2-2 0,1-5 0,3 0 0,-12 6 0,20 0 0,12 0 0</inkml:trace>
  <inkml:trace contextRef="#ctx0" brushRef="#br0" timeOffset="83049">16113 11695 24575,'-15'0'0,"-14"0"0,25 0 0,-26 0 0,16 0 0,-19 0 0,5 0 0,4-5 0,-2-2 0,-1 0 0,0-1 0,-6-8 0,-2 0 0,-2 8 0,2 0 0,10-8 0,2 2 0,1 12 0,0 1 0,-6-10 0,0-1 0,9 10 0,-2 1 0,-9-3 0,-4-1 0,0 2 0,2 3 0,1 1 0,-2-2 0,0-2 0,-3-2 0,0-1 0,1 2 0,-1 3 0,1 0 0,1-1-166,-2-4 0,0-1 0,2 2 166,-3 5 0,2 0 0,3 0 0,1 0 0,5 0 0,0 0 0,1 0 0,-5 0 0,0 0 0,0 0 0,0 0 0,-2 0 0,-1 0 0,-3 0 0,0 0-163,9 0 1,0 0 0,0 0 162,-11 0 0,1 0 0,4 0 0,1 0 0,0 0 0,1 0 243,9 0 0,0 0-243,-9-1 0,-1 2 0,5 8 0,1 0 0,5-7 0,-1 0 249,-8 7 1,-1 0-250,6-2 0,1-2 0,-5-4 0,-2 1 0,-2 4 0,1 0 0,5-6 0,0 0 0,0 0 0,1 0 0,0 0 0,0 0 0,-5 0 0,-2 0 0,5 0 0,-2 0 0,1 0 0,1 0 0,0 0 0,0 0 0,-9 0 0,2 0 0,9 0 0,2 0 0,-4 0 0,8 0 0,-4-12 0,21 9 0,-9-27 0,11 11 0,2-1 0,8-8 0,6 0 0,3 3 0,4 1 0,3 1-797,-3 6 0,3 2 0,1 1 1,4 0 796,-3 2 0,3 0 0,1 2 0,2-1 0,0 1 0,-1 0 0,2 0 0,-1 1 0,0 0 0,2 0 0,1 0 0,3 1 0,-8 1 0,2 1 0,2-1 0,0 1 0,2 0 0,0 0 0,0 0 0,0 0 0,0 1 0,-2-1 0,-1 2 0,3-1 0,-2 1 0,0 1 0,-1-1 0,0 1 0,1 0 0,-1 0 0,1 0 0,1 0-140,0 0 1,0-1-1,2 1 1,-1-1 0,1 1-1,-1 0 1,0 0 0,-1 0-1,-1 1 1,-2 1 139,3-1 0,0 1 0,-2 0 0,-1 1 0,-1 0 0,-1 1 0,-1 2 0,5 1 0,-3 1 0,0 2 0,-1-1 0,0 1 0,5 0 0,-2 0 0,2 1 0,2 1 0,-10-1 0,2 1 0,1 0 0,1 1 0,0 0 0,1 0 0,0-1 0,2-1 0,1 0 0,0 0 0,0 0 0,1-1 0,0 0 0,0 1-410,-4-1 0,1 0 1,0 0-1,0-1 1,0 1-1,0-1 0,0 1 1,-1-1 404,4 0 0,0 0 1,0-1-1,0 1 0,-1-1 1,-2 1-1,-2 0 5,2 0 0,-2 1 0,-1 0 0,-3-1 0,-1 0 0,1-1 0,-3 0 0,0 0 0,15-1 0,-10 3 2320,-25 11-2320,12-14 1307,-17 26-1307,0-27 0,0 8 0,0-11 0</inkml:trace>
  <inkml:trace contextRef="#ctx0" brushRef="#br0" timeOffset="89331">21709 11245 24575,'-19'0'0,"0"0"0,-9 0 0,-3 0 0,-5 0 0,-3 0-722,9 0 1,-1 0 0,-1 0 721,-2 0 0,-1 1 0,0-2 0,7-2 0,0-2 0,0 0 0,-1 0-488,-3 1 0,-1 1 0,-1-1 1,1-1 487,-3-2 0,-1-2 0,0 1 0,1 0 0,2 0 0,1 1 0,-1 1 0,0 0 0,-3 2 0,-1 1 0,1 0 0,0-2 0,5-1 0,-1-3 0,2 1 0,0 2-126,2 4 1,1 2 0,-1 0-1,0-2 126,-4-4 0,-1-1 0,-1-2 0,-1 1 0,6 3 0,-1-1 0,0 0 0,-2 1 0,1 0 0,1 0 0,0 1 0,1 1 0,0 0 0,-1 0 0,-1 0 0,-1 0 0,-1-1 0,-2 0 0,-2 0 0,0-1 0,0 1 0,0 1 0,2 0 0,3 0-87,-6 2 0,3 1 1,1 0-1,0 1 1,-1-1 86,2 0 0,-2 0 0,1 0 0,-1 0 0,1 0 0,1 0 0,-2 0 0,2-1 0,-1 0 0,1 1 0,-1 2 0,4 3 0,-1 2 0,0 1 0,0 1 0,1-2 0,1-1 221,-4-3 1,1-3-1,0 2 1,1 3-222,2 4 0,-2 3 0,2 2 0,3-1 0,8-2 1941,0 5-1941,-11 4 1663,30 16-1663,0-10 0,0 6 0,0-2 0,0 6 0,0 1 0,2-2 0,0 2 0,6-7 280,6-12 0,4-4-280,10 0 0,5-4 0,-1-7 0,3-4 0,2 2-630,-6 1 1,0 1-1,1 0 1,2 0 629,-1 1 0,2 0 0,1 0 0,1-1 0,-2 0-509,1-1 0,-1-2 0,0 0 1,0 1-1,1 0 509,0 2 0,0 1 0,0 1 0,-1-2 0,1 0 0,-2-2 0,1-1 0,-1 0 0,0-1 0,-2 1-463,3 0 0,-2 0 1,0 0-1,1 0 463,-3 0 0,-1 0 0,2 0 0,-1 0 0,0 0 0,5 0 0,1 0 0,-1 0 0,2 0 0,-5 0 0,1 0 0,1 0 0,0 0 0,0 0-398,0 0 0,1 0 1,0 0-1,0 0 1,0 0 397,-2 0 0,0 1 0,-1-1 0,0 0 0,0-1 0,0-2 0,-2 0 0,1-2 0,-1 1 0,0 1 137,3 2 0,-1 1 0,0 0 0,-1-3-137,-3-3 0,-1-2 0,0 0 0,0 1 0,1 2 0,0 2 0,1 0 0,-2-1 0,8-4 0,0-2 0,0 1 0,-7 5 0,1 1 0,0 0 0,0-1 0,6-5 0,0-2 0,-1 1 0,0 5 0,1 1 0,-3-3 513,-4-2 0,-3-3 0,0 1-513,-1 0 0,-1 0 0,-1 1 859,10-5 0,-1 2-859,-1 2 0,-2 1 1321,-4-2 0,-1 0-1321,0 2 0,-4 0 1597,-5-6-1597,-4-2 665,-11 18-665,0-12 192,0-14-192,-9 3 0,-5-1 0,-2-7 0,-4 2 0,2 11 0,-3 3 0,0-1 0,-3-8 0,0 4 0,0 12 0,4 1 0,5-4 0,-9 11 0,4 0 0,1 0 0,-2 0 0,0 0 0,1 0 0,-8 0 0,10 0 0,18 0 0,0 0 0</inkml:trace>
  <inkml:trace contextRef="#ctx0" brushRef="#br0" timeOffset="92248">22357 11642 24575,'-34'0'0,"13"0"0,-2 0 0,0 0 0,-1 0 0,-5 0 0,-2 0 0,6 0 0,-2 0 0,1 0-595,-11 0 1,-1 0 594,3 0 0,-2 0 0,0 0-377,3 0 1,0 1 0,0-2 376,3-2 0,-1-2 0,0 0 0,2 0 0,-7 0 0,2 0 0,-1-1 0,1-1 0,1 1 0,-1-2 0,1 0 0,-1-1 0,0 3 0,5 4 0,-1 1 0,-1 1 0,0 0 0,1-2 0,0-1 0,-2 0 0,-1 1 0,-2 0 0,3 1 0,-2 1 0,-2 0 0,-2 0 0,1 0 0,-1 1 0,2-1 0,1 0-256,1 0 1,2 0-1,0 0 1,0 0 0,0 0-1,-2 0 1,-1 0 255,3 0 0,-3 0 0,0 0 0,-2 0 0,0 0 0,0 0 0,1 0 0,1 0 0,2 0 0,1 0 0,-5 0 0,2 0 0,1 0 0,1 0 0,1 0 0,-1 0 0,-4 0 0,-1 0 0,1 0 0,2 0 0,2 0 0,3 0 0,2 0 0,2 0 0,1 0-123,-1 0 1,2 0 0,0 0 122,-12-1 0,-1 2 244,4 2 1,-2 1 0,2 1-245,5-1 0,1 1 0,1 1 654,-5 0 0,4 2-654,6 8 0,3-2 1971,-2-10-1971,8 10 0,-2 1 460,-17 0-460,15 1 0,1 0 0,-11 1 0,6 12 0,9-26 0,12 20 0,-12-8 0,10 0 0,-10-3 0,12-12 0</inkml:trace>
  <inkml:trace contextRef="#ctx0" brushRef="#br0" timeOffset="94565">19182 11787 24575,'32'0'0,"-1"0"0,-5 0 0,1 0 0,1 0 0,0 0 0,2 0 0,0 0 0,1 0-820,3 0 1,1 0 0,1 0 0,-1 0 599,1 0 0,1 0 1,0 0-1,0 0 220,-6 0 0,1 0 0,0 0 0,-1 0 0,0 0 0,6 0 0,-1 0 0,1 0 0,0 0-399,-4 0 0,1 0 1,0 0-1,0 0 1,0 0 398,0 0 0,-1 0 0,1 0 0,-1 0 0,1 0 0,-1 0 0,1 0 0,-1 0 0,1 0 0,-1 0 0,1 0 0,-1 0 0,1 0 0,0 0 0,1 0 0,-2 0 0,2 0 0,0 0 0,0 0 0,-1 0 0,-1 0 0,-1 0 0,-1 0 0,-1 0 0,0 0 0,2 0 0,2 0 0,2 0 0,0 0 0,0 0 0,0 0 163,-2 0 0,0 0 0,-1 0 0,1 0 0,0 0-163,-2 0 0,0 0 0,0 0 0,1 0 0,-1 0 0,2 0 0,1 0 0,-1 0 0,0 0 0,0 0-212,4 0 0,-1-1 1,-1 1-1,-2 1 212,-1 3 0,-3 0 0,0 0 0,1-4 0,-1 0 0,1 3 0,4 8 0,1 5 0,-2-2 0,-6-7 0,0-3 0,0 4 0,0 7 0,1 3 0,-3-1 527,-3-4 1,-1 0 0,-2 1-528,3 12 0,-3 1 1326,-3-6 0,-2 0-1326,2 10 0,-5 0 319,-9-10 1,-1 1-320,13 10 0,-1 0 568,-12-10 0,-1-1-568,5 11 0,0-2 171,-6-11-171,2 2 0,-4-1 0,-27 1 0,8-9 0,-3 2 0,-3-1-820,-4 1 1,-4-1 0,-1 0 0,-2 0 728,7-3 0,-1-1 0,-2 0 0,0 0 0,0 0 0,-1 0 91,3-1 0,0 0 0,0 0 0,-1 0 0,0-1 0,0 0 0,0 0 0,0-2 0,1 0 0,-1-1 0,0 0 0,0-1 0,-1 0 0,0 0 0,0 0 0,-2 0 0,0 0 0,0-1 0,0 0 0,0 0 0,1 0 0,2-1 0,-4 0 0,3-1 0,0 0 0,1 0 0,-2-1 0,-1 1-410,2 0 0,-1 0 1,-1 0-1,0 0 1,-1 0-1,1 0 0,1 0 1,0 0 273,1 0 0,1 0 0,1 0 0,0 0 0,0 0 0,0 0 1,-1 0 135,0 0 0,-1 0 0,0 0 0,0 0 0,0 0 0,0 0 0,1 0-329,-5 0 0,0 0 1,0 0-1,1 0 1,0 0-1,1 0 329,-2 0 0,0 0 0,1 0 0,1 0 0,2 0-219,-2 1 0,2-1 1,1 0-1,0-1 219,2-2 0,0-3 0,1 1 0,0 1 528,-1 3 1,0 1 0,1-3-529,-2-5 0,1-4 0,1 3 1092,5 4 0,0 1 0,0-2-1003,-1-3 1,-1-3-1,4 1 1297,0-4 1,3 2-1387,3 2 0,2 1 1597,3-2-1597,0 12 1049,9-11-1049,-14-5 0,-7-1 0,1-3 0,-2-2 0,2 0 0,0 0 0,0 1 0,-8-2 0,1 3 174,6 3 1,4 2-175,6 3 0,2-5 0,12 0 0,0-3 0,0-4 0,0 1 0,0-1 0,0-6 0,0 0 0,0 5 0,0 1 0,0 2 0,0 0 0,0-10 0,-1 13 0,2-2 0,4-4 0,2-3 0,-6-8 0,0 0 0,6 10 0,-2 1 0,-4-4 0,-2 2 0,1-5 0,0 16 0,0-14 0,14 14 0,2 0 0,-9-15 0,9 14 0,-3 2 0,-13 3 0</inkml:trace>
  <inkml:trace contextRef="#ctx0" brushRef="#br0" timeOffset="96857">5662 10332 24575,'0'0'0</inkml:trace>
  <inkml:trace contextRef="#ctx0" brushRef="#br0" timeOffset="97872">10808 9657 24575,'0'0'0</inkml:trace>
  <inkml:trace contextRef="#ctx0" brushRef="#br0" timeOffset="98755">16536 10200 24575,'0'0'0</inkml:trace>
  <inkml:trace contextRef="#ctx0" brushRef="#br0" timeOffset="99772">22410 10332 24575,'0'0'0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22:13:14.6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3135 9776 24575,'0'0'0</inkml:trace>
  <inkml:trace contextRef="#ctx0" brushRef="#br0" timeOffset="4310">2156 9750 24575,'30'0'0,"0"0"0,0 0 0,0 0 0,1 0 0,1 0 0,0 0 0,3 0 0,1 0 0,0 0 0,1 0-656,-5 0 1,1-1-1,0 0 1,0 2 0,1 0 200,1 2 1,1 1-1,1 1 1,-1 1-1,0-1 3,1 1 0,-1 1 1,0 0-1,1 0 1,0 2 451,-3 0 0,1 1 0,0 0 0,0 1 0,1-1 0,0 0-213,-2-2 1,0-2 0,1 1 0,0-1-1,0 1 1,0 0 0,-2 0 212,-1 2 0,0 0 0,-1 0 0,0 0 0,0 1 0,0-2 0,0 0 0,2-1 0,0-1 0,1 0 0,-1-1 0,0 1 0,-1 0 0,0 1-217,0 1 0,0 1 1,-1 1-1,0-1 1,-1 0-1,-1-1 217,8 0 0,-1-1 0,-1 0 0,-2-1 564,3 1 0,-2-1 1,0-2-565,1-2 0,-1-3 0,-3 0 0,2 1 0,1 0 0,-6 0 0,3 0 0,2 0 0,-1 0 0,0 0 0,0 0 0,0 0 0,0 0 0,3 1 0,-1-1 0,1 1 0,0-3 648,-1-1 0,0-1 0,0-2 0,0 2-648,0 0 0,1 1 0,-2-1 0,-1-1 0,2-5 0,-1-1 0,0-1 1047,2 1 0,0 0 0,-1 1-1047,-3 1 0,-1 0 0,-2-1 0,3-6 0,1 0 628,-3 1 0,3 0 0,-4 0-628,-1 1 0,-2-2 0,4-9 0,-2 0 0,-12 11 0,2 0 0,4-3 0,3-3 0,3 0 0,0 3 0,5 4 0,2 2 0,2-2-401,-10 1 0,2-3 1,1-1-1,0 0 0,0 2 1,-1 2 400,2 3 0,0 3 0,0 1 0,-1 0 0,-1-1 0,2-2 0,-1-1 0,0 1 0,0 1 191,-1 3 0,2 2 0,-2-1 0,-1 0-191,-2-2 0,-2-1 0,4 0 0,2 0 0,3 1 0,3-1 0,-1 0 0,-3 1 0,-1-1 0,-1 0 0,-1 0 0,2 0-59,0 1 1,2-1-1,1 1 1,-2 0 0,-3 3 58,11 1 0,-6 2 0,-10-1 0,-2 0 0,11 0 2471,-4 0-2471,5-12 0,-11 11 0,0-1 0,-7-13 0,1 1 745,16 9-745,-18-10 0,-5 1 0,-6 11 0,9-21 0,-12 21 0,0-26 0,0 13 0,0-17 0,0 1 0,1 13 0,-2-2 0,-4-5 0,-2-1 0,1 0 0,-2 0 0,-4 0 0,-3 1 0,-1 6 0,0 0 0,3-5 0,-2 1 0,-10 8 0,0 1 0,9-8 0,1 2 0,-7 7 0,0 1 0,6-3 0,0 0 0,-17 2 0,-3 0 0,9-2 0,-1-2 0,-1 2-432,1 4 1,-2 3 0,-1-1-1,1-2 432,3 0 0,0-1 0,0 0 0,-1-1 0,0 2-404,-2-1 1,0 0 0,-1 0 0,0 2 0,0 0 403,-5 1 0,1 1 0,-1 0 0,-1 1 0,5-1 0,0-1 0,0 1 0,-1 1 0,2 2 0,-4 4 0,0 2 0,1 1 0,-2-3 0,4-1 0,0-2 0,-1 0 0,-1-1 0,1 2-615,-4 1 0,1 0 0,-1 1 0,-1 0 1,0-3 614,4 0 0,-1-2 0,0-1 0,-1 0 0,1 0 0,-1 0 0,3 1 0,0 1 0,0-1 0,0 0 0,-1 0 0,1 0 0,-1 0-399,0-1 0,0-1 0,-1 0 0,1 0 1,0 1-1,0-1 0,0 0 399,2 1 0,0 1 0,0-1 0,0 0 0,1 1 0,0-1 0,0 1 0,-1 0 0,-1 0 0,1 0 0,1 0 0,-1 1 0,1 1-110,-3-1 1,-1 2 0,2 0 0,-1 0 0,1 1 109,-4 0 0,1 0 0,0 0 0,-2 0 0,5 1 0,-1-1 0,0 1 0,0-1 0,0 2 0,1 0 0,0 1 0,0 1 0,-1-2 0,0-1-160,2-3 1,-1-1 0,1-2 0,-2 0 0,1 0 0,0 2 159,-2 0 0,0 1 0,-1 1 0,0-1 0,1 0 0,0-1 0,1-2 0,-1 0 0,1-1 0,1-1 0,-1 1 0,1 0 206,-4-2 0,1 0 1,-1 0-1,2 1 0,1 1-206,-2 2 0,1 2 0,1 0 0,2-1 793,0-3 1,1 0 0,2 3-794,2 5 0,1 2 0,1-1 0,-1 0 0,0 0 0,0 0 0,-11 0 0,-1 0 0,8 0 0,0-1 0,-1 2 294,-4 2 1,0 0-1,0 3-294,8 1 0,0 0 0,0 2 0,0 0 0,-5 1 0,1 0 0,-1 0 0,2 3 0,2 2 0,1 2 0,1 0 0,-1-1 0,1-5 0,-1-1 0,0-1 0,3 3 0,-2 8 0,2 2 0,-1-2 807,-4-5 1,-1-2-1,1 2-807,3 5 0,2 2 0,-1 0 0,-2-2 0,-1 0 0,2 1 0,1 1 0,1 2 0,1 2 0,6-3 0,1 1 0,0 1 0,0 0 0,-5 5 0,1-1 0,1 3 0,6-5 0,1 1 0,0 0 0,0-1 0,-3 3 0,-1-2 0,3 1 0,6 0 0,3 2 0,1 0 0,-2 3 0,1 0 0,1 2-129,2-4 0,1 1 0,1 0 0,-1 2 129,0-4 0,0 1 0,0 0 0,0 1 0,0-1 0,0 6 0,-1-1 0,1 1 0,1-1-137,1-2 0,1 0 0,0-1 0,1-2 137,-1 1 0,1-2 0,3-2 208,6-4 1,2-1-1,1-1-208,-1-1 0,1 0 0,2-1 0,9 0 0,4-1 0,1-1-96,-1-2 1,1-1 0,0-1 95,-6-2 0,1-1 0,0-1 0,0-2 0,9-3 0,-1-2 0,-1 0 675,-8 1 1,-2-1-1,1-1-675,1-2 0,0-2 0,-2 1 522,-2 0 0,-1 0-522,10 0 0,0 0 598,-1 0-598,3 0 1300,-4 0-1300,-24 0 149,12 0-149,-5 0 0,-9 0 0,9 0 0,-12 0 0</inkml:trace>
  <inkml:trace contextRef="#ctx0" brushRef="#br0" timeOffset="14577">13983 9776 24575,'-23'0'0,"1"0"0,-9 5 0,-3 2 0,2 2 0,-3 2 0,-2 1-656,8-3 1,-1 1-1,-1 0 1,-1 0 0,1 0 134,-4 1 1,0 1-1,0 1 1,-1-1-1,0 0 521,5-1 0,-1 0 0,0 0 0,0 0 0,0-1 0,0 1 0,1-1 0,0 0 0,1 0 0,-1 0 0,1 0 0,0 0 0,-4 2 0,1 1 0,0-1 0,-1 0 0,0-1 0,3-2 0,-1 0 0,0-2 0,-1 1 0,0-1 0,0 0-454,-2 1 1,-1 0 0,-1 0-1,1-1 1,-1 0 0,0 0 453,5-2 0,0-1 0,-1 0 0,0 0 0,0 0 0,0-1 0,-1 0-198,1 1 0,-1-1 1,-1-1-1,1 1 1,-1-1-1,0 1 1,1-1-1,0 0 198,-2 0 0,0 0 0,1 0 0,-1 0 0,1-1 0,-3 1 0,0-1 0,4 0 0,-1-1 0,-1 0 0,-1 1 0,-1-1 0,1 0 0,0-1 0,1 1 0,1 0 0,1-1 0,-4 0 0,3 0 0,0-1 0,1 1 0,-1-1 0,-1 0 0,-2-1 0,3 1 0,-1 0 0,-2-1 0,0 1 0,-1-1 0,0 0 0,0-1 0,1 0 0,2 0 0,1-1 0,-1-1 0,1-1 0,2 0 0,0-1 0,0 0 0,1 0 0,0-1 0,0 1 0,-4 0 0,1-1 0,0 0 0,0 0 0,1 0 0,0 0 0,0-1-198,-3 0 1,-1-1-1,0-1 1,2 1 0,2 1-1,2 0 198,2-1 0,2 2 0,1-1 0,-1 0 420,-4-2 0,0-1 1,0 0-1,0 1-420,4 1 0,0 2 0,1-2 0,0-1 0,-1-3 0,0-1 0,1-1 0,3 1 0,-9-4 0,5-3 0,11-3 0,3-5 0,4 3 0,8 1 0,1-1 972,-4-3 1,-2-5 0,8 2-973,9 7 0,7 1 0,2 0 0,-1 1 0,-2-1 0,-1 2 0,3-1 0,2 1 197,2 4 1,4 0 0,1 1-1,2-1 1,0 2 0,-1-1-198,-1 1 0,0 0 0,1 0 0,0 1 0,0 0 0,1 1 0,1-1 0,1 1 0,-1 1 0,2 0 0,0-1 0,1-1 0,-2 1 0,2 0 0,1-1 0,0 0 0,0-1 0,-1 1 0,-1 0 0,-1 1 0,0-1 0,-1 1 0,-1-1 0,-1 1 0,1-1 0,2 0 0,0 0 0,2 0 0,0-1 0,1 0 0,-1 1 0,-1-1 0,-2 1 0,4-2 0,-3 1 0,0 0 0,-1 0 0,1-1 0,-3 2 0,-1-1 0,1 0 0,0 0 0,0 1 0,1 0 0,3 0 0,0 1 0,1 0 0,0 0 0,0 1 0,1 0 0,-4 2 0,0 0 0,0 0 0,0 1 0,1 0 0,-1 0 0,1 0 0,-1 0 0,1 1 0,-1-1 0,1 1 0,0 0 0,-1 1 0,1 1 0,5 0 0,-1 1 0,1 2 0,-1-1 0,1 1 0,-2-1 0,-2 0 0,-1-1 0,0-1 0,0 2 0,-1 0 0,0 1-25,4 1 1,-1 2 0,0 1 0,-1 0 0,1-1 24,-1 0 0,-1 0 0,1 0 0,-1 1 0,0 1 0,6 3 0,0 1 0,-1 1 0,1-1 0,-6 0 0,1-2 0,0 2 0,-1 0 0,0 2 0,-1 2 0,0 1 0,-1 1 0,0 1 0,0 0 0,3 1 0,0 0 0,-1 0 0,1 2 0,-1 1-460,-1 3 0,-1 1 0,0 1 0,0 0 0,1 1 460,-4-3 0,1 1 0,-1 0 0,1 0 0,-1 0 0,-1 0 0,1 1 0,-1 0 0,-1 0 0,0 0 0,0 1-205,1 0 0,1 1 0,-1 0 0,-1-1 0,-2-1 205,5 3 0,-2-1 0,-2-1 810,0 2 0,-2 1 0,0-3-810,6 1 0,-3-2 967,-6-2 0,0-2-967,4-7 0,0-1 2915,6 16-2915,4-20 1677,-17 9-1677,14-12 71,-13 18-71,5-14 0,2 14 0,-20-7 0,27-8 0,-26 21 0,26-4 0,-27 8 0,8-12 0,1 1 0,-9 15 0,9-4 0,-10-6 0,-4 0 0,-10 13 0,11-15 0,-1 0 0,-10 12 0,1 1 0,8-17 0,-9 2 0,-6-7 0,2 4 0,-5 0 0,8 0 0,3-1 0,7-9 0,-9 12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22:15:25.2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16391 6429 24575,'0'27'0,"0"-5"0,0 0 0,0 9 0,0 1 0,0-2 0,0-11 0,0 1 0,0 1 0,0 11 0,-1 1 0,2 6 0,3-12 0,1 1 0,2 1 0,0 0-642,3 4 1,2 1-1,0 0 1,1 1 641,-1-4 0,0 0 0,1 2 0,0-2 0,1 0 0,-1-3 0,2-1 0,0-1 0,0 1 0,-1 0 0,-1 1 0,0 0 0,0 0 0,0-1 0,-1-1-244,7 7 0,-1-1 0,0-2 244,-1 0 0,0-2 0,2-2 0,6 2 0,1-3 0,-5-4 0,-1-2 0,8 1 0,2-8 0,-9-11 0,2-2 0,7 2 0,3-2 553,-3-2 0,1-2 1,1 1-554,-2 3 0,1 1 0,0-2 0,0 0 0,0-2 0,0-1 0,4-4 0,1-2 0,-3 1 0,2 3 0,-4-5 0,-12-5 0,-1-6 0,-1-2 0,-3-1 0,-1-6 0,-3-1 0,-1-5-547,-3 9 1,-1-3 0,-1-2 0,0-1 0,1-1 0,-1 1 489,1 0 0,-1 0 0,1-1 0,-1 0 0,1-1 0,0 0 0,-1-2-308,1 5 1,0-1 0,0-2 0,1 1 0,-1-1 0,0 0 0,0 0 0,0 1 0,-1 1 232,-1-3 0,-1 1 0,0-1 0,0 1 0,0 0 0,0 1 0,0 0 1,2 1 131,1-3 0,1 1 0,1 0 0,0 1 0,-1 1 0,0 0 0,-2 3-135,-2-3 0,-2 1 0,0 1 0,0 3 0,1 0 135,3-7 0,0 3 0,0 1-7,-3 6 1,0 1-1,-3-1 7,-8-4 0,-5-1 0,-2 0 0,4 6 0,-2 0 0,-1 1 0,-3 0 297,-1 4 1,-3 0 0,-2 1 0,0 0 0,-1-1-298,-1-1 0,0-1 0,-1 0 0,-1 2 0,0 2 0,-4 0 0,0 3 0,-2 1 0,1 1 0,0 1 0,-2 1 0,2 1 0,2 2 1092,2 1 0,2 2 0,2 2-405,-12 3 0,7 2 393,10-1-1080,13 17 0,4 7 0,3 4 0,2 3 0,-1 3-409,0-6 1,0 2-1,0 2 1,0 1 0,0 0 408,0-1 0,0 1 0,0 1 0,0 0 0,0 0 0,0-1 0,0 3 0,0 0 0,0 0 0,0-1 0,0-2 429,0 3 1,0-2-1,0-1 1,0-4-430,0 7 0,0-7 0,0-5 0,0-24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22:17:54.4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15531 1773 24575,'-10'23'0,"0"1"0,1-1 0,-1 2 0,0 0 0,-1 0 0,-4 2 0,-1 0 0,0 0 0,0-3 0,1 0 0,2 0 0,-2 9 0,2-1 0,3-10 0,-1-2 0,-2-2 0,3-3 0,7-3 0,-9-1 0,12 10 0,1 5 0,-2 5 0,-3-3 0,-3 2 0,0 5-547,3-4 1,0 5 0,-1 3 0,1 1 0,-1-1 0,-1-2 391,0-5 1,-1-2 0,0 0 0,0 0 0,0 2 0,0 2 154,2-3 0,1 2 0,-1 2 0,1 1 0,0 0 0,0 0 0,0-2 0,-1-2 0,1-2-310,-3 3 0,0-2 0,0-2 0,1 0 0,0 2 310,2 4 0,1 1 0,1 1 0,0-1 0,-2 0 0,0-2 0,-1 0 0,-1-1 0,1 0 0,2-1 0,1 5 0,2-2 0,0 1 0,-1 2 0,-1-7 0,0 1 0,0 2 0,0-1 0,0 1 0,0 0 0,2 2 0,-1 0 0,1 0 0,1 0 0,-1 1 0,0 0 0,0-4 0,0 1 0,0-1 0,0 1 0,0 0 0,0 1 0,0 2 0,0-4 0,0 2 0,0 0 0,0 1 0,0 1 0,0-1 0,0-1 0,0 0 0,0-1-457,0 2 1,1-1 0,-1 0-1,1-1 1,-1 0 0,-1 0-1,0 0 457,0 0 0,-2-1 0,0 1 0,0-1 0,0 0 0,1-1 0,0-2 0,0 6 0,2-1 0,0-1 0,-1-1 0,-1-2-172,-2 0 0,-1-3 0,0 0 0,2 0 172,1 0 0,2 0 0,1 0 0,0 1 0,-1 7 0,0 2 0,0-1 0,0-1 0,0-6 0,0-3 0,0 2 0,0 1 192,0 1 1,0 2 0,0 2-1,0 0 1,0-2 0,0-1-193,0 3 0,0-1 0,0-2 0,0 2 0,0 3 0,0 0 0,0 0 0,0 1 0,0-8 0,0 0 0,0 0 0,0 0 0,0 1 0,0 2 0,0 0 0,0 0 0,0 1 0,0 1-118,0 1 0,0 1 0,0 1 0,0-1 0,0 0 118,0-3 0,0 0 0,0-1 0,0 0 0,0 0 0,0-1 0,0 1 0,0-2 0,0 1 0,0-2 790,0 1 0,0-2 1,0 1-1,0 0-790,0 3 0,0 1 0,0-1 0,0 1 0,0-2 0,0 0 0,0 0 0,0 0-69,0 1 0,0 1 1,0 0-1,0 0 69,0-2 0,0-1 0,0 0 0,0 0 0,0-2 0,0 0 0,0 0 0,0 0 0,0 1 0,0-1 0,0 1 0,0 0 0,0 2 0,0 0 0,0 0 0,0 0 0,0 1 0,0 0 0,0 0 0,0 0 0,0 1 0,0 0 0,0 1 0,0-1 92,0 1 0,0 0 1,0 0-1,0 0-92,0-1 0,0-1 0,0 1 0,0 0 0,0 0 0,0 1 0,0 0 0,0-2 449,-1 3 1,0-1 0,3 1-450,1-7 0,2 0 0,0 0 0,-1 0 0,-2-1 0,-2 1 0,1-1 0,1 0 0,3 8 0,2 0 0,-2 1 0,-3-7 0,-3 1 0,1 0 0,-1-1 0,1 2 0,-1 0 0,2-1 0,3 4 0,0 0 0,0 0 0,-3-1 0,-1 0 0,2 2 0,2-7 0,1 1 0,1 0 0,-1 1 0,-2-2 0,-1 1 0,-2-1 0,0 0 0,1 0 0,2 4 0,1 0 0,-1-1 0,-1-2 0,-2-2 0,-1-2 0,2-3 0,5-2 0,0 0 672,-5 10 0,1 0-672,3-6 0,2-2 940,2 1 1,-1 1-941,-6 3 0,1 0 620,11-4 0,1-1-620,-7-3 0,-1 2 0,2 3 0,2 1 0,1-3 0,6-3 0,4 0 0,-4 0 0,2 4 0,2 3 0,1-1 0,0-1 0,-1-3 0,1-1 0,0 0 0,1 0 0,-2 1-300,1 2 0,-1 1 0,1 0 0,-1 0 0,0-1 300,5 3 0,2-1 0,-3-1 0,-5-1 0,-5 10 0,-1-3 0,8-10 0,-2 0 0,-14 3 0,1-4 0,15-5 0,-3-9 0,4 0 0,4-1 0,4 1 0,1 0-386,-6 0 0,0 1 0,2 0 0,-1 1 386,6 4 0,0 1 0,1 1 0,-1 0-188,1-1 0,-1 1 0,0-1 0,0 2 188,-3 0 0,-1 2 0,0 0 0,2-2 0,0-2 0,1-1 0,1 0 0,0 0 0,-1 0-505,-1-1 0,-1 1 0,-1 1 0,1-1 0,1 0 505,-3-1 0,0-1 0,1 1 0,0 0 0,1 0 0,0-1 0,3 2 0,3 0 0,-1 0 0,1 0 0,-2 0 0,-1 0 0,-1 1 0,-2 0 0,0-1 0,0 1 0,0 0 0,2 0 0,0-1 0,0 1 0,1 0 0,-1 0 0,1 1 0,1 1 0,-1-1 0,0 0 0,-2-2 0,0-1 0,-2-1 0,1-1 0,3 1 0,-5 0 0,3 1 0,2 0 0,0 1 0,0-1 0,-1-1 0,-3-1 0,6 0 0,-2-2 0,0 0 0,0 1 0,-2 0 0,1 2 0,-1 0 0,1-2 0,-3 0-300,0-3 0,-1-2 0,-1 0 0,1 0 300,2 1 0,0-1 0,0 0 0,1-1 0,-3-1 0,0-1 0,1 0 0,2 0 0,1-1 0,-2 0 0,3 0 0,2 0 0,0-1 0,1 1 0,-1-1 0,0 0 0,-2 0 0,2 0 0,-1 0 0,0 0 0,-1 0 0,1-1 0,1 0-196,-3-1 0,1 1 0,2-1 0,-1 0 1,1-1-1,-2 1 0,0 0 0,-2-1 196,6 0 0,-1 0 0,-1 0 0,-1 0 0,-1-3 0,-1 0 0,-2-2 0,0-1 0,-1 0 0,1 1 224,0 2 0,-1 0 0,0-1 0,1 1 0,0-1-224,0-1 0,2-2 0,0 1 0,0-1 0,-2 1 0,-2 2 0,0 0 0,-3 2 0,0 0 0,1-1 557,7-3 1,1-1 0,0 2 0,-2 2-558,0 5 0,-1 4 0,-3-2 0,1-5 0,2 0 0,-2 5 0,5 1 0,3 0 0,0 1 0,-3-1 0,-2 0 0,-2 0 0,0 0 0,2 0-187,-2 0 1,3 0 0,0 0 0,1 0 0,-1 0 0,0 0 186,2 0 0,0 0 0,-1 0 0,0 0 0,-1 0 0,-2 0 0,-1 0 0,1 0 0,-2 0 0,1 0 544,5 0 1,-1 0-1,0 0 1,-2 0-545,4 0 0,-3 0 0,0 0 53,-3 0 0,-1 0 0,-1 0-53,2 0 0,1 0 0,-4 0 0,2 0 0,0 0 0,-1 0 0,0 0 0,0 0 0,7 0 0,0 0 0,-1 0 0,-1 0 0,-8 2 0,-2-4 2908,7-15-2908,4 14 0,3 1 0,-15-6 0,0-1 0,1 4 0,4 2 0,-4-1 637,-2-3 1,-1-1-638,10 2 0,-1-3 167,-14-2 0,-1-1-167,10 2 0,0-1 0,-5-2 0,0-2 0,6-1 0,1 0 0,0 0 0,0 0 0,0 2 0,-1 0 0,1-2 0,-2 0 0,-5-1 0,1 1 0,4 2 0,1 0 0,-4 0 0,0-1 0,-1 0 0,2-2 0,-1-1 0,-1 2 0,0-1 0,-1-2 0,0-1 0,0-1 0,-2-2 0,-5-2 0,-1 0 0,2 0-179,8-2 0,3 0 0,-4 0 179,-8 3 0,-3-1 0,2 2 0,5 1 0,1 1 0,-1-1 0,-3-1 0,0-1 0,-1-1 0,1-1 0,-1 0 0,-1-3-360,0-4 1,-2-3 0,1 1 359,0 4 0,0 0 0,-1-3 0,-3 5 0,-1-3 0,-1-1 0,0 1 0,0 1 0,1 1 0,-1 3 0,0-2 0,0-2 0,-2-3 0,-1-2 0,0-3 0,0 0 0,-1 2 0,0 3 0,0-2 0,-1 4 0,0 0 0,-1-2-335,1 1 1,0-1 0,-1 0 0,1 0 0,1 3 334,2 0 0,0 2 0,1 1 0,-2 0 0,-1-8 0,0 1 0,0-2 0,2 2 0,0-3 0,1 0 0,-2 1-466,-1 1 1,-1 0 0,-1 0 0,1 0 465,0 5 0,0 1 0,0-1 0,0 0 0,0 1 0,0-5 0,0 0 0,0 2 0,0-1-189,0 4 0,0 0 0,0 1 1,0-1 188,0 0 0,0 0 0,0 0 0,0 1 0,0-7 0,0 0 0,0 1 92,0 3 0,0 2 1,0-1-93,0 1 0,0 0 0,0 1 0,0 2 0,0 1 0,0-2 0,-2-6 0,0-3 0,-1-1 0,-2 1 0,-2 5 0,-1 2 0,-1-1 0,1-5-341,2 5 1,1-3 0,0-3 0,0-1 0,0 0 0,0 0 0,-1 1 0,0 3 340,-2-1 0,-1 2 0,0 1 0,0-1 0,0 0 0,0-4 0,3 7 0,1-3 0,0-1 0,0-1 0,1 0 0,-1-1 0,0 1 0,0 1 0,0 1 0,-1 3-116,-3-6 0,0 2 0,0 2 0,-1 0 0,1 1 0,2-2 116,1-2 0,1 0 0,0 0 0,1 0 0,-1 1 0,-1 2 0,-2-1 0,-1 2 0,0 1 0,1 0 0,1 0-113,2-4 0,2 0 0,0 1 0,-1-2 113,-1 5 0,-2-2 0,0 1 0,0-1 0,1 0 0,0-1 0,0 1 0,1-1 0,0 0 0,-1-1-232,0 1 1,-1 0 0,1-1 0,-1 1 0,1-1 231,-1 0 0,0 1 0,1-1 0,-1-1 0,1-1 0,2 3 0,-1-1 0,1-1 0,0-1 0,1 0 0,-1 2 0,0 1 0,0-4 0,-1 2 0,1 0 0,0 0 0,1-1 0,0 0 0,0-1 0,1-1 0,0 0 0,1 3 0,0 1 0,0 1 0,1 2 0,1 1 0,-1 0 630,0 0 1,0 0 0,0 2 0,0-1-631,0-3 0,0 1 0,0-1 0,0 4 0,-1 0 0,1-1 0,1-2 0,0 2 0,1-1 0,0-2 0,0 0 0,0-1 0,1-1 0,-1 1 0,1 0 0,0-2 0,0 1 0,0-1 0,0 0 0,0 1 0,0 0 0,-1 0 0,0 0 0,1 1 0,-1-1 0,0-1 0,0 0 0,1 1 0,-1-1 0,1-1 0,-1 0 0,1 0 0,-1 2 0,0 1 0,-1 3 0,0-10 0,-1 4 0,-1 0 0,1-2 0,0 6 0,0-2 0,0-2 0,0 0 0,0 1 0,0 1 0,0 2 0,0-6 0,0 2 0,0 1 0,0-3 156,0 2 0,0-2 0,0 0 0,0 0 0,0 3-156,0 3 0,0 2 0,0 0 0,0-3 0,0 4 0,1-3 0,-1-1 0,1 1 0,-2-1 0,0 3 0,-2-8 0,-1 1 0,-1 1 0,-1-2 0,2 7 0,1-1 0,-2-2 0,1 1 0,-2 1 0,0 2 0,-2-7 0,-2 3 0,-1 0 0,-1 2 0,0 3 0,-1 2 0,-1 1 0,2-1 545,0-4 1,1 0-1,-1 1-545,-5-2 0,-2 2 0,-1 3 0,1 11 0,-1 2 0,-2-1 164,1-3 0,-1-1 0,-2-1 0,-1 3-164,-4 3 0,-3 2 0,0 1 0,0 0 0,2-2 0,0 1 0,-1 0 0,-2 0 0,4 4 0,-3-1 0,-1 1 0,0 1 0,1 1 0,2 0 0,-2 1 0,3 1 0,0 1 0,-2 1 0,-1-1 0,-3 1 0,0 0 0,0 0 0,3-1 0,2-1 0,2-1 0,1 0 0,-1 1 0,-2 2 0,-1 2 0,1 0 0,1-2 140,-4-3 1,1-2-1,1 1-140,0 1 0,1 1 0,3 1 942,4 2 0,3-1-942,-12-9 0,5 4 0,1 2 0,-2 2 976,-4-8 1,-5-2-977,12 7 0,-1-1 0,0 0 0,-6-7 0,-2 0 0,5 6 0,-2 1 0,2 1 0,-2-1 0,1 3 0,-2 3 0,0 2 0,-4-1 0,0 0 10,9-4 1,0 0-1,0 0-10,-4 2 0,0 2 0,0-1 0,2-3 0,1-1 0,-1 2 0,-1 2 0,-1 2 0,0-1 0,-3 0 0,-1 0 0,0 0 0,4 0 0,1 0 0,0 0 0,-2 0 0,-1 0 0,1 0 0,-1 0 0,1 0 0,1 0 0,-5 0 0,0 0 0,1 0 0,-2 0 0,9 0 0,-2 0 0,3 0 0,0 0 0,0 0 0,-2 0 0,-1 0 0,-1 0 0,0 0 0,1 0 0,1 0 0,2 0 0,0 0 0,-1 0 0,-2 0 0,3 0 0,5 0 0,1 0 0,-3 1 0,-3 0 0,2-3 0,-7-6 0,0-2-10,4 8 0,-3 2 1,1-2 9,3-3 0,1-2 0,-2 1 0,-6 2 0,-3 1 0,-1 1 0,1 0 0,8 1 0,0 0 0,0 1 0,-1-1-359,-1-1 1,-2 0 0,0-1 0,0 1 0,3-1 358,-2 0 0,3 0 0,-1 0 0,2 0 0,-9 3 0,2 0 0,-1-3-221,1-6 0,0-2 0,1 2 221,6 7 0,1 2 0,1-3-31,1-6 1,2-2 0,-1 2 30,-9 7 0,1 1 346,2-5 0,0 0-346,6 6 0,0 0 892,-8-5 1,2-1-893,-1 3 377,3-3 1,0 0-378,-7 6 54,16 0 0,-2 0-54,-15 0 0,-1 0 0,10 0 0,-1 0 0,1 0 0,-2 0 0,1 0 0,-5 0 0,2 0 0,1 0 0,-1 0 0,-1 0 0,-3 0 0,1 0 0,5 0 0,1 0 0,-2 0 0,-4-1 0,-1 1 0,0 1 0,0 2 0,1 2 0,2-1 0,-2-3 0,1 1-152,1 1 1,-3 2 0,2-2 151,1-3 0,1 0 0,6 4 0,-1 0 0,-1 0 0,1-3 0,0-2 0,0 4 0,2 6 0,-1 2 0,-1-2 0,-3-6 0,-2-3 0,0 2 0,-4 7 0,0 3 0,1-4 0,7-6 0,1-2 0,0 1 0,-7 2 0,0 1 0,5 1 0,6 1 0,1 0 0,-11-5 0,2 1 0,-1 9 0,1-9 0,-1-4 0,9 2 0,1 0 0,-10 0 0,-3 0 0,-1 0 0,-2 0-91,11 0 1,-1 0-1,-1 0 91,0 0 0,-2 0 0,2 0 0,0 0 0,1-1 0,2 2 0,-3 8 0,2 0 0,0-7 0,2 0 0,-4 16 0,7-18 0,-2 0 0,20 12 726,-26-9-726,12 20 0,-6-12 0,-4-1 0,-3 6 0,-3 2 0,21-7 0,12-8 0,0 9 0,-11-12 0,8 0 0,-9 12 0,12-9 0,0 9 0,0-12 0,0 11 0,0-8 0,0 9 0,0-12 0,0 0 0,12 0 0,-9 0 0,8 0 0</inkml:trace>
  <inkml:trace contextRef="#ctx0" brushRef="#br0" timeOffset="10868">7673 1945 24575,'0'33'0,"0"-8"0,0 0 0,0 2 0,0 1 0,0 2 0,0 3 0,0 1-1065,0-1 0,0 1 0,0 2 1065,0-4 0,0 2 0,0 1 0,0 0-443,0-5 0,0 0 0,0 0 1,0 1-1,0 0 443,0 2 0,0 0 0,0 0 0,0 1 0,0 0-249,0-2 1,0 1 0,1 0-1,-1 1 1,0-1 0,-1-1 248,0 0 0,-1-1 0,-1 0 0,1 0 0,0 1 0,0 0 0,1 2 0,1 1 0,0 0 0,0 0 0,-1 0 0,0-1 0,0-2 0,-1-1 0,-1 0 0,1 0 0,0 0 0,0 1 0,2 4 0,-1 0 0,2 1 0,-1 0 0,0 1 0,0-1-438,0-4 1,0 0-1,0 0 1,0 0-1,0 0 1,0 1-1,0-1 438,1 2 0,-1 1 0,0-1 0,0 1 0,0-1 0,0 1 0,-1 0 0,1-2 0,-2 1 0,1-1 0,-1 1 0,1 0 0,-2 0 0,1 2-50,-1-4 1,0 1 0,0 1 0,0 0-1,-1 0 1,0 1 0,0-1 0,0 0 0,-1-1 49,0 2 0,-1 0 0,0-1 0,0 1 0,0-1 0,-1 1 0,1-1 0,0 1 0,0 1 0,0 0 0,0 0 0,0 1 0,-1-1 0,1 0 0,0 0 0,0-2-101,0 2 0,0 0 1,0-1-1,0 0 0,-1 0 1,1-2-1,-1 0 101,0 0 0,0-1 0,-1-2 0,1 1 0,-1 1 0,1 1 0,2-2 0,-1 0 0,1 2 0,0 0 0,0 0 0,0 0 0,0-1 0,-1-1 0,-3 3 0,0-1 0,0 0 0,0-1 0,0 1 0,1 0 0,1-2 0,1 2 0,0 0 0,0-1 0,1 1 0,0-2 0,0-2 312,0 3 1,1-2 0,0-1 0,0 0 0,0 1-313,0 3 0,-1 2 0,0-1 0,0 1 0,1-1 0,0-2 0,0-1 0,0-1 0,0 2 0,-1 0 229,1-2 1,-1 2-1,0 0 1,1 0-1,-1-1 1,0-2-230,0 6 0,0-2 0,0-1 0,0 0 0,-1-2 0,-1 1 0,1-1 0,1-1 149,3 0 0,2-1 0,0-1 0,-1 2-149,-1 0 0,-2 1 0,1 1 0,1 0 0,1 1 0,1 0 0,0 1 0,1 1 0,-1-3 0,0 1 0,0 1 0,0 0 0,0 2 0,0-1 0,0 1 0,0 1 0,0 0 0,0 1 0,0-1 0,0-4 0,0-1 0,0 1 0,0-1 0,0 1 0,0 0 0,0-1 0,0 1 0,0 0 0,0 1 0,0-1 0,0-1 0,0 0 0,0-1 0,0 5 0,0-1 0,0-1 0,0-1 0,0-2 0,0 0 0,0-1 0,0-2 0,0-1 0,-1 1 0,1-1 0,1-1 907,1 2 0,3 0 1,-1 0-908,0-2 0,1 0 0,1 1 0,3 7 0,2 1 0,1 1-273,-2-10 0,0 1 0,0 0 1,0 1 272,0 5 0,0 2 0,0 0 0,1-1 8,1-6 1,0 0 0,2-1 0,-1 1-1,-1 1-8,0 0 0,-1 0 0,-1 1 0,1-1 0,1 1 0,2-1 0,0 1 0,1-1 0,0 0 0,-1-1 53,1 2 0,0-1 0,0-1 0,1 0-53,-1-3 0,2 0 0,-1-1 0,0-1 0,1 1 0,0-1 0,4 2 0,0-3 0,4 1 0,3 2 0,1 0 0,-1 0 0,-1-3 0,1 1 0,-2-2 0,0 0 0,2 0 0,1 2-376,-3-3 1,1 2 0,2 0 0,0 1 0,1 0 0,-1-1 0,0-1 0,-2-2 375,2 1 0,-1-1 0,0-2 0,-1 0 0,1 0 0,0 0 0,2 2 0,0-1 0,1 1 0,-1-1 0,1-2 0,-2-1-145,6 0 0,-2-2 0,1-2 0,2 1 145,-7-1 0,2 0 0,0-1 0,2 1 0,-1-2 0,2-2 0,-4-2 0,1-3 0,0 0 0,1-1 0,1 0 0,2 1 0,2 1-203,-6 1 0,1 0 0,2 1 0,2 1 0,1 0 0,0 0 0,1 0 0,0 1 0,0-1 0,0 1 0,-1-1 0,-1-1 0,-1 1 203,2-1 0,-1 0 0,-1 0 0,0-1 0,0 1 0,0 0 0,0-1 0,0 1 0,0 0 0,1 0 0,0 1-131,-2 0 1,1 0-1,1 0 1,0 0 0,1 1-1,0 0 1,-1-1 0,0 1-1,0 0 1,-2 0-1,-2-1 1,-1 1 0,-1-1 130,11 3 0,-2 0 0,-3-1 0,-2 1 0,-1 0 0,-3 0 660,7 5 0,-3 1 1,-1-4-661,0-5 0,0-3 0,0-4 0,-3-6 0,0-4 0,5-3-111,-5 4 1,3-2-1,4-1 1,1-1-1,-1 0 1,0-1-1,-3 0 111,-3 0 0,-1-1 0,-1-1 0,-1 0 0,2 0 0,1-1 0,-2 3 0,3 0 0,0 0 0,1 0 0,-1-1 0,0 1 0,-2 0 0,-3-1 557,4-2 1,-3-1 0,-2 0 0,0 1 0,0 0-558,2-1 0,-1 0 0,-1 1 0,0-1 646,-2 0 1,-1 0 0,0-1 0,-1 1-647,1 1 0,0 0 0,-1 0 0,0 0 0,6-2 0,-1 0 0,-1-3 0,-4 1 0,-2-3 0,2-1 0,1-1 0,-3 6 0,3-1 0,0 0 0,0-1 0,-1-1 0,-1 0 0,-1-3 0,-2-1 0,0-1 0,-1-1 0,1 1 0,0 0 0,1-1 0,0 1 0,0 0 0,0 0 0,0 0 0,-1-2 0,-2 3 0,1 0 0,-1-1 0,0 0 0,0 0 0,-1 0 0,-1 0 0,1-4 0,-1 0 0,0 1 0,-1-1 0,1-1 0,0-1 0,-1 4 0,0-1 0,0-1 0,1 0 0,-1-1 0,1 1 0,0 0 0,-1 2 0,2-2 0,0 1 0,1 0 0,-1 0 0,0 1 0,0 0 0,-1 0 0,0-4 0,0-1 0,-1 1 0,1 0 0,-2 2 0,2 2 0,1-1 0,0 2 0,-1 2 0,2-1 0,0 3 0,0 0 0,0 1 0,-2-2 0,-5 0 0,-3 0 0,1-1 0,1 0 0,5-2 0,2 1 0,0-2 0,-2 0-321,-2 3 1,-2-1-1,0 0 1,0-1-1,0 1 321,0-1 0,-1 0 0,0 1 0,1-1 0,0 2 0,3-5 0,0 2 0,1 0 0,0-2 0,-2 0 0,1-1 0,0-2 0,-1 2 0,0 2 0,-1 1 0,0 3 0,0 0 0,0-3 0,1 0 0,1-3 0,0 0 0,-1 0 0,-1 1 0,-2-1 0,-2 2 0,0-1 0,0 0 0,2-3 0,0-1 0,0 1 0,1-1 0,-2 8 0,1 1 0,0 0 0,0-2 0,0-2 0,0 2 0,-1-3 0,1-1 0,0-1 0,-1 0 0,1 1 0,-1 2 0,0 0 0,1 3 0,-1 0 0,0 0 0,0-2 0,0-3 0,-1 4 0,1-3 0,-1-2 0,1-1 0,0 0 0,0-1 0,-1 1 0,0 1 0,-1 1 0,0 2 0,-1-7 0,0 2 0,-2 1 0,1 1 0,-1-1 0,2-2 49,-1 4 0,1-1 1,0-1-1,1-1 1,-1 0-1,0 1 1,-1 2-1,-1 1-49,-1-6 0,0 1 0,-2 1 0,0 2 0,1-1 0,0 2 0,-1 1 0,1 0 0,0 1 0,1-1-41,1 2 1,0-1-1,1 0 1,0 1 0,-1 0 40,-1-6 0,-1 1 0,0-1 0,2 0 0,1 6 0,3-1 0,-1 1 0,1-1 0,-3 1 0,-1-6 0,-3 0 0,1 0 0,2 1 0,4 1 0,3 0 0,-1 0 0,-1 0 188,-5 1 0,-2 0 0,0 0 0,2-1-188,3 4 0,1-1 0,1 0 0,0-1 0,-3 0 0,-1-2 0,-3 0 0,0 0 0,0-1 0,0 0-137,3 0 0,0 0 1,1-1-1,-2 1 1,-2-1 136,-2 5 0,-2 0 0,-2-1 0,0 1 0,0 0 0,1 1 0,-1-4 0,1 2 0,0 0 0,-2 0 0,-1-1 0,-2 2 0,-2-1 0,-2 0 0,0 0 0,1 0 0,-1 0 0,2 0 0,0-1 0,0 1 0,0-1 0,-1 1 0,-1 0-14,1 4 1,-2 1 0,0-1 0,0 1 0,-1-1 0,1 1 0,0-1 13,-1-4 0,0 0 0,0-1 0,1 1 0,-1 1 0,0 0 0,-3 0 0,0 0 0,0 1 0,1 1 0,0-1 27,3 3 0,0 0 0,1 1 1,0 0-1,0 1-27,-2-2 0,2 2 0,-2 1 0,-3-1 0,-1 3 0,-2-1 0,-2 1 0,0 0 0,1 0 0,-2-2 0,1 1 0,-1 0 0,-4-1 0,5 5 0,-4-1 0,-1 0 0,-2-1 0,-1 0 0,2 0 0,0 1 0,3 1 0,1-1 0,1 0 0,1 1 0,1 0 0,-3 0 0,-1-2 0,1 3 0,-3-2 0,-2 0 0,-1-1 0,0 0 0,1 1 0,1 0 0,3 1 0,2 2 0,-1-3 0,2 2 0,3 0 0,-1 1 0,-1 0 0,-5-3 0,-1 1 0,0 0 0,2 2 0,4 4 77,2 2 0,3 3-77,-15-2 1226,11 11 1,0 0-1227,-9-12 1638,1 11 0,-1-1-1502,9-13 0,1 0 944,-5 12 1,-1 2-1081,2-8 0,-1 0 0,-4 7 0,-2 3 0,0 0 0,4-1 0,1 0 0,-1 0 0,-5 0 0,-2 0 0,-1 0 0,6 0 0,0 0 0,0 0 0,2 0 0,-7 0 0,0 0-301,8 0 0,-2 0 1,0 0-1,1 0 301,-5 0 0,1 0 0,0 0 0,-2 0 0,0 0 0,-1 0 0,4 0 0,-1 0 0,0 0 0,2 0 0,-3 0 0,2 0 0,-1 0 0,-2 0 0,-1 0 0,3 0 0,0 0 0,1 0 0,-2 0 0,-2 0 0,3 0 0,-1 0 0,0 0 0,4 0 0,-3 0 0,-1 0 0,2 0 0,2 1 0,1-1 0,-1 0 0,-2-1 0,0 0 0,-2-2 0,-1 0 0,1 1 0,0 0 0,-4 1 0,1 0 0,0 1 0,1-1-191,2-2 0,1 0 0,1-1 0,2 2 191,-1 1 0,3 2 0,0-1 0,-6 0 0,1 0 0,-3 0 0,-2 0 0,11 0 0,-2 0 0,2 0 0,-12-1 0,1 2 322,11 2 0,0 2 1,1-1-323,-2-3 0,0 1 0,-6 4 0,1-1 0,11-5 0,-1 0 0,-1 5 0,-2 2 0,0-1 0,0-1 0,0 1 0,0-1 0,-2 2 0,-1 0 0,-1 0 268,-3 1 0,-2 0 0,-1-1-268,5-2 0,0 0 0,-1 0 0,0 1 0,-1 3 0,1 1 0,-1 1 0,0-1-168,0-2 1,-1 0 0,0 1-1,3 1 168,0 4 0,3 2 0,1-2 0,-7 0 0,4 0 0,7 2 0,1 0 0,-5 1 0,-1-1 0,2-2 0,-1-1 0,0 3 0,-1 1 0,-2 5 0,-2 0-258,7-8 0,0-1 1,0 3 257,1 4 0,1 3 0,-1-2 0,-1-6 0,0-1 0,0 0 0,4 2 0,0 2 0,0-2 0,-2-2 0,0-2 0,1 2 415,-7 6 1,2 1-416,7-7 0,3 0 0,-8 3 0,6-17 808,14 0-808,-14 0 0,18 0 0,0 0 0,-11 0 0,8 0 0,20 0 0,-9 0 0,21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22:18:31.0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14896 11337 24575,'22'0'0,"0"0"0,9 0 0,-2 0 0,7 0 0,-4 0 0,-4 0 0,1 0 0,0 0 0,4 0 0,0 0 0,-3 0 0,8 0 0,-4 0 0,3 0 0,-2 0 0,-13 0 0,0 0 0,15 0 0,0 0 0,-12 0 0,0 0 0,4 0 0,4 0 0,-1 0 0,-4 0 0,-1 0 0,2 0 0,0 0 0,2 0 0,1 0 0,1 0 0,1 0 0,1 0 0,0 0 0,-1 0-249,-1 0 1,-1 0-1,0 0 1,-1 0 248,5 0 0,-1 0 0,-5 0 0,-5 0 0,-1 0 0,7-1 0,-1 2 0,-9 5 0,1 0 0,2-5 0,2-1 0,0 2-155,-1 5 0,0 2 0,0-1 155,6-7 0,0-1 0,0 2 0,0 6 0,-1 4 0,2-3 0,-4-7 0,2-2 0,0 0 0,-2 2 0,1 7 0,-1 3 0,2-3 0,4-7 0,1-2 0,-3 1 0,-1 4 0,-2 1 0,-4-1 0,1-1 0,0-1 0,5-1 0,1-1 0,4 4 0,0 2 0,-9-1 0,-1 0 485,-6-5 0,-1 1-485,4 4 0,-1-1 0,13-5 0,-15 0 0,0 0 489,12 0-489,-17 0 0,14 0 0,-13 18 0,18-15 0,6-2 0,-8 8 0,2 0-235,-5-7 0,3-3 1,-1 0 234,0 1 0,-1 0 0,-1 0 0,9 0 0,-1 0 0,-11 0 0,1 0 0,-1 0 0,12 0 0,-4 0 0,-9 0 0,-1 0 0,-1 0 0,-2 0 0,11 0 0,-15 0 0,12 0 0,-14 0 704,-1 0-704,16 0 0,-26 0 0,26 0 0,-4 0 0,-3 0 0,1 0 0,-3 0 0,1 0 0,3 0 0,0 0 0,3 0 0,-8-18 0,-8 14 0,0-14 0,20 18 0,-1 0 0,-9 0 0,0 0 0,10 0 0,-4 0 0,-3-5 0,0-1 0,6 3 0,-9-3 0,0 0 0,11 6 0,-17 0 0,13 0 0,-26 0 0,9 0 0,7-6 0,3 0 0,12 3 0,-6-4 0,4-2 0,-4 2 0,6 4 0,-1-12 0,-7 0 0,-22 11 0,14-14 0,-7 18 0,-8-11 0,21-4 0,-16-5 0,-1-4 0,2-2 0,3-3 0,-1 0 0,-1 1 0,-1 0 0,0-3 0,-3 0 0,0-2 0,-2-2 0,0 0 0,0 6 0,-2-2 0,1 0 0,-1 1 0,-1 2-426,0-9 1,-2 3 0,1-1 425,0 1 0,0-2 0,0 3 0,0 6 0,0-3 0,0 10 0,0-2 0,0-14 0,0-1 0,1 11 0,-2-1 0,-1-8 0,-2-3 0,-2 5 0,-3 10 0,-2 3 0,-5-12 0,-14 20 0,16 12 0,-12 0 0,-4 0 0,6 3 0,0 2 0,-3-1-388,-4 0 1,-3 0-1,-2-1 1,0 1 387,4-1 0,-1 0 0,-1 0 0,0 0 0,-1 0 0,5-1 0,-2 0 0,0 0 0,1 0 0,-1 0 0,1-1 0,-3 0 0,-1-1 0,1 0 0,1-1 0,2 1 0,-3 0 0,2 0 0,1 0 0,3 0 0,-11 0 0,6 0 0,0 0 0,22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22:20:22.0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3532 3532 24575,'22'0'0,"0"0"0,2 0 0,1 0 0,10 0 0,2 0-499,-11 3 0,0 1 0,1 1 499,2 1 0,0 1 0,0 1 0,2 0 0,0 0 0,0 3 0,-1 5 0,1 2 0,0-2 121,-5-5 1,0-1 0,0 0-1,0 2-121,3 6 0,0 2 0,-1 0 0,0-2 0,3-1 0,-1-3 0,0 1-161,-6 0 1,0 1-1,-1 0 1,0-1 160,2-1 0,-1-2 0,-1 1 0,-2 1 0,0-1 0,0 2 0,5 1 0,0 0 0,-1 3 0,-6 2 0,-2 2 0,1-2 0,3-6 0,2-1 0,-2 2 0,-6 8 0,-2 3 0,1-4 364,12-7 0,-2-1-364,-8 9 0,-4 2 0,9 2 0,-10 4 231,1-17 0,-9-4 0,9-11 1</inkml:trace>
  <inkml:trace contextRef="#ctx0" brushRef="#br0" timeOffset="1949">4776 4352 24575,'22'0'0,"-2"9"0,1 0 0,2-5 0,-8 11 0,-2 0 0,5-12 0,-6 9 0,-9-12 0,8 0 0,1 11 0,-9-8 0,15 17 0,5 1 0,-4-13 0,-2 7 0,-1-1 0,-4-14 0,-1 0 0,10 0 0,-5 0 0,2 0 0,-18 0 0,0-12 0,0-8 0,0 4 0,0-14 0,0 27 0,0-20 0,0 2 0,11 5 0,-8-2 0,9 7 0,-12 8 0,0-9 0,12 0 0,-9 9 0,9-26 0,-12 24 0,0-12 0,0 17 0</inkml:trace>
  <inkml:trace contextRef="#ctx0" brushRef="#br0" timeOffset="4050">10478 3440 24575,'32'0'0,"-4"0"0,-7 7 0,2 3 0,0-2 0,1 0 0,2 5 0,2 3 0,2-1-653,-3-3 0,1 0 0,1-1 0,0 2 653,1 1 0,1 0 0,0 2 0,0 0 0,-3-2 0,-1 2 0,1 0 0,-1 0 0,0 0 0,4 2 0,-1 0 0,-1 1 0,0 1 0,-1 1 0,-1 2 0,-1 1 0,0-1 0,1-1 0,0-1 0,-1 1 0,-1 0 0,-4-2 0,0 1 0,-1-1 0,-1-1 0,2 3 0,-1-1 0,-1-3 0,3-2 0,0 0 0,0 5 0,0-1 0,2-11 0,1 1 0,-8 9 0,-1 5 0,-1-5 0,3-9 0,-4-1 0,-2 20 0</inkml:trace>
  <inkml:trace contextRef="#ctx0" brushRef="#br0" timeOffset="5816">11456 4392 24575,'36'0'0,"-1"0"0,-12 0 0,0 0 0,-1 0 0,0 0 0,7 0 0,-25 0 0,23 0 0,5 0 0,-10 0 0,0 0 0,0 0 0,2 0 0,-21 0 0,9-18 0,-12 2 0,17-16 0,-8 11 0,-2-2 0,4-7 0,-1 0 0,-3-1 0,-2-2 0,-1 7 0,0-1 0,0 4 0,-2-8 0,10 2 0,-12 17 0,0 9 0,0-9 0,0 12 0</inkml:trace>
  <inkml:trace contextRef="#ctx0" brushRef="#br0" timeOffset="8299">18521 3347 24575,'26'-3'0,"-4"11"0,0 5 0,-2 1 0,1 3 0,-1 0 0,5 8 0,1-1 0,3-1 0,-2-2 0,-10-7 0,-2-2 0,1 3 0,2-3 0,-18-12 0,0 0 0,0 17 0,18 10 0,5 4 0,-6-2 0,0 2-201,-2-8 0,2 1 0,0 1 0,-1-2 201,-2 1 0,-1-1 0,-1-2 0,6 1 0,-3-1 0,-8 2 0,0-5 0,17-15 0,-21 26 0,26-13 0,-13 17 402,-6-16 0,1-2-402,13 1 0,-21 2 0,8-18 0</inkml:trace>
  <inkml:trace contextRef="#ctx0" brushRef="#br0" timeOffset="9665">18944 4419 24575,'15'0'0,"14"0"0,-24 0 0,24 0 0,-21-17 0,-1-8 0,2 2 0,2-5 0,1-3 0,0-1 0,0 1 0,-2 0 0,0 1 0,-1-1 0,2-1 0,0-1-404,1 0 1,1-1-1,0-3 1,1 1 0,0 1-1,-1 1 1,-2 4 403,0-2 0,-2 3 0,0 2 0,1 1 0,6-7 0,0 3 0,-6 8 0,-10 10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9643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customXml" Target="../ink/ink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6.png"/><Relationship Id="rId4" Type="http://schemas.openxmlformats.org/officeDocument/2006/relationships/image" Target="../media/image11.png"/><Relationship Id="rId9" Type="http://schemas.openxmlformats.org/officeDocument/2006/relationships/customXml" Target="../ink/ink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customXml" Target="../ink/ink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952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6217920" y="-1371600"/>
            <a:ext cx="4572000" cy="457200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594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Programación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Orientada a Servicios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731520" y="3017520"/>
            <a:ext cx="1371600" cy="36576"/>
          </a:xfrm>
          <a:prstGeom prst="rect">
            <a:avLst/>
          </a:prstGeom>
          <a:solidFill>
            <a:srgbClr val="C9952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8C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Service-Oriented Programming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Montemorelos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Ingeniería y Tecnología  (FITEC)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en Sistemas Computacionales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9952B"/>
          </a:solidFill>
          <a:ln/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952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 de la Clase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07899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es SOA?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3716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y fundamentos de la Arquitectura Orientada a Servicios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847088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640080" y="1847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18288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Principios de Diseño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1214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estandarizado, bajo acoplamiento, abstracción, reutilización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596896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640080" y="2596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57860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Servicios Web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287121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REST, SOAP, y protocolos de comunicación entre servicios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346704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640080" y="3346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32841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SOA vs Microservicios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362102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Diferencias, ventajas y cuándo usar cada enfoque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096512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640080" y="4096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407822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Ejercicio Práctico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43708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hospitalario con Spring Boot — servicios reutilizables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640080" y="4892040"/>
            <a:ext cx="78638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FITEC — Universidad de Montemorelos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952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36576"/>
            <a:ext cx="3474720" cy="5106924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es la</a:t>
            </a:r>
            <a:endParaRPr lang="en-US" sz="2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Arquitectura</a:t>
            </a:r>
            <a:endParaRPr lang="en-US" sz="2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Orientada a</a:t>
            </a:r>
            <a:endParaRPr lang="en-US" sz="2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Servicios?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3108960"/>
            <a:ext cx="914400" cy="36576"/>
          </a:xfrm>
          <a:prstGeom prst="rect">
            <a:avLst/>
          </a:prstGeom>
          <a:solidFill>
            <a:srgbClr val="C9952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365760" y="32918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C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(Service-Oriented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E8C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31920" y="4572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es un método de desarrollo de software que estructura las aplicaciones como una colección de servicios independientes que se comunican entre sí.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931920" y="1600200"/>
            <a:ext cx="411480" cy="411480"/>
          </a:xfrm>
          <a:prstGeom prst="ellipse">
            <a:avLst/>
          </a:prstGeom>
          <a:solidFill>
            <a:srgbClr val="FDF6E3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928" y="1664208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0" y="15544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Componentes modulares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0" y="18470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servicio encapsula una capacidad de negocio específica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931920" y="2423160"/>
            <a:ext cx="411480" cy="411480"/>
          </a:xfrm>
          <a:prstGeom prst="ellipse">
            <a:avLst/>
          </a:prstGeom>
          <a:solidFill>
            <a:srgbClr val="FDF6E3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5928" y="2487168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72000" y="2377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Interoperabilidad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572000" y="26700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servicios se comunican mediante protocolos estándar (HTTP, SOAP, REST)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931920" y="3246120"/>
            <a:ext cx="411480" cy="411480"/>
          </a:xfrm>
          <a:prstGeom prst="ellipse">
            <a:avLst/>
          </a:prstGeom>
          <a:solidFill>
            <a:srgbClr val="FDF6E3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5928" y="3310128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572000" y="3200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Reutilización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4572000" y="34930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servicio puede ser consumido por múltiples aplicaciones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3931920" y="4069080"/>
            <a:ext cx="411480" cy="411480"/>
          </a:xfrm>
          <a:prstGeom prst="ellipse">
            <a:avLst/>
          </a:prstGeom>
          <a:solidFill>
            <a:srgbClr val="FDF6E3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5928" y="4133088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572000" y="4023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Composición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4572000" y="43159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simples se combinan para construir procesos complejos</a:t>
            </a:r>
            <a:endParaRPr lang="en-US" sz="11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4" name="Entrada de lápiz 23">
                <a:extLst>
                  <a:ext uri="{FF2B5EF4-FFF2-40B4-BE49-F238E27FC236}">
                    <a16:creationId xmlns:a16="http://schemas.microsoft.com/office/drawing/2014/main" id="{31C521CD-C2EE-A414-E52A-150F779CA25D}"/>
                  </a:ext>
                </a:extLst>
              </p14:cNvPr>
              <p14:cNvContentPartPr/>
              <p14:nvPr/>
            </p14:nvContentPartPr>
            <p14:xfrm>
              <a:off x="4529160" y="2247840"/>
              <a:ext cx="3958200" cy="1239120"/>
            </p14:xfrm>
          </p:contentPart>
        </mc:Choice>
        <mc:Fallback xmlns="">
          <p:pic>
            <p:nvPicPr>
              <p:cNvPr id="24" name="Entrada de lápiz 23">
                <a:extLst>
                  <a:ext uri="{FF2B5EF4-FFF2-40B4-BE49-F238E27FC236}">
                    <a16:creationId xmlns:a16="http://schemas.microsoft.com/office/drawing/2014/main" id="{31C521CD-C2EE-A414-E52A-150F779CA25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519800" y="2238480"/>
                <a:ext cx="3976920" cy="1257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952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Ejemplo: Sistema Hospitalario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organización de atención médica, múltiples sistemas necesitan funcionalidades comunes. En lugar de duplicar código, se crean servicios reutilizables.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24688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64008" cy="9144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745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7830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Servicio de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Autenticación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37560" y="1645920"/>
            <a:ext cx="24688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3337560" y="1645920"/>
            <a:ext cx="64008" cy="91440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187452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14800" y="17830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Servicio de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Registro Pacientes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035040" y="1645920"/>
            <a:ext cx="24688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0"/>
          <p:cNvSpPr/>
          <p:nvPr/>
        </p:nvSpPr>
        <p:spPr>
          <a:xfrm>
            <a:off x="6035040" y="1645920"/>
            <a:ext cx="64008" cy="91440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87452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812280" y="17830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Servicio de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Notificaciones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40080" y="28346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que consumen los servicios: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40080" y="3246120"/>
            <a:ext cx="18745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4"/>
          <p:cNvSpPr/>
          <p:nvPr/>
        </p:nvSpPr>
        <p:spPr>
          <a:xfrm>
            <a:off x="640080" y="3246120"/>
            <a:ext cx="1874520" cy="54864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5"/>
          <p:cNvSpPr/>
          <p:nvPr/>
        </p:nvSpPr>
        <p:spPr>
          <a:xfrm>
            <a:off x="777240" y="33832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Sistema de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Administración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777240" y="39319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Usa: Autenticación,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2670048" y="3246120"/>
            <a:ext cx="18745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hape 18"/>
          <p:cNvSpPr/>
          <p:nvPr/>
        </p:nvSpPr>
        <p:spPr>
          <a:xfrm>
            <a:off x="2670048" y="3246120"/>
            <a:ext cx="1874520" cy="54864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19"/>
          <p:cNvSpPr/>
          <p:nvPr/>
        </p:nvSpPr>
        <p:spPr>
          <a:xfrm>
            <a:off x="2807208" y="33832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Portal del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Paciente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2807208" y="39319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Usa: Autenticación,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Registro, Notificaciones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4700016" y="3246120"/>
            <a:ext cx="18745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2"/>
          <p:cNvSpPr/>
          <p:nvPr/>
        </p:nvSpPr>
        <p:spPr>
          <a:xfrm>
            <a:off x="4700016" y="3246120"/>
            <a:ext cx="1874520" cy="54864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" name="Text 23"/>
          <p:cNvSpPr/>
          <p:nvPr/>
        </p:nvSpPr>
        <p:spPr>
          <a:xfrm>
            <a:off x="4837176" y="33832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Sistema EHR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(Historial Electrónico)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4837176" y="39319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Usa: Autenticación,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6729984" y="3246120"/>
            <a:ext cx="18745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Shape 26"/>
          <p:cNvSpPr/>
          <p:nvPr/>
        </p:nvSpPr>
        <p:spPr>
          <a:xfrm>
            <a:off x="6729984" y="3246120"/>
            <a:ext cx="1874520" cy="54864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ext 27"/>
          <p:cNvSpPr/>
          <p:nvPr/>
        </p:nvSpPr>
        <p:spPr>
          <a:xfrm>
            <a:off x="6867144" y="33832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Sistema de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Facturación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6867144" y="39319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Usa: Autenticación,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Registro, Notificaciones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5" name="Text 30"/>
          <p:cNvSpPr/>
          <p:nvPr/>
        </p:nvSpPr>
        <p:spPr>
          <a:xfrm>
            <a:off x="640080" y="4892040"/>
            <a:ext cx="78638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FITEC — Universidad de Montemorelos</a:t>
            </a:r>
            <a:endParaRPr lang="en-US" sz="9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6" name="Entrada de lápiz 35">
                <a:extLst>
                  <a:ext uri="{FF2B5EF4-FFF2-40B4-BE49-F238E27FC236}">
                    <a16:creationId xmlns:a16="http://schemas.microsoft.com/office/drawing/2014/main" id="{2FCC31A3-5E9F-1AE3-0901-3B54A39B1D2F}"/>
                  </a:ext>
                </a:extLst>
              </p14:cNvPr>
              <p14:cNvContentPartPr/>
              <p14:nvPr/>
            </p14:nvContentPartPr>
            <p14:xfrm>
              <a:off x="447120" y="1438200"/>
              <a:ext cx="7897320" cy="3115440"/>
            </p14:xfrm>
          </p:contentPart>
        </mc:Choice>
        <mc:Fallback xmlns="">
          <p:pic>
            <p:nvPicPr>
              <p:cNvPr id="36" name="Entrada de lápiz 35">
                <a:extLst>
                  <a:ext uri="{FF2B5EF4-FFF2-40B4-BE49-F238E27FC236}">
                    <a16:creationId xmlns:a16="http://schemas.microsoft.com/office/drawing/2014/main" id="{2FCC31A3-5E9F-1AE3-0901-3B54A39B1D2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37760" y="1428840"/>
                <a:ext cx="7916040" cy="3134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952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Principios de Diseño SOA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2560320" cy="1554480"/>
          </a:xfrm>
          <a:prstGeom prst="rect">
            <a:avLst/>
          </a:prstGeom>
          <a:solidFill>
            <a:srgbClr val="F7F3E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2560320" cy="45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2801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2344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Contrato Estandarizado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18288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servicios definen interfaces claras y documentadas (APIs)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29000" y="1051560"/>
            <a:ext cx="2560320" cy="1554480"/>
          </a:xfrm>
          <a:prstGeom prst="rect">
            <a:avLst/>
          </a:prstGeom>
          <a:solidFill>
            <a:srgbClr val="F7F3E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3429000" y="1051560"/>
            <a:ext cx="2560320" cy="457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12801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14800" y="12344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Bajo Acoplamiento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611880" y="18288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servicios minimizan dependencias entre sí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17920" y="1051560"/>
            <a:ext cx="2560320" cy="1554480"/>
          </a:xfrm>
          <a:prstGeom prst="rect">
            <a:avLst/>
          </a:prstGeom>
          <a:solidFill>
            <a:srgbClr val="F7F3E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1"/>
          <p:cNvSpPr/>
          <p:nvPr/>
        </p:nvSpPr>
        <p:spPr>
          <a:xfrm>
            <a:off x="6217920" y="1051560"/>
            <a:ext cx="2560320" cy="4572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2801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03720" y="12344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Abstracción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400800" y="18288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Ocultan su lógica interna, exponen solo lo necesario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2880360"/>
            <a:ext cx="2560320" cy="1554480"/>
          </a:xfrm>
          <a:prstGeom prst="rect">
            <a:avLst/>
          </a:prstGeom>
          <a:solidFill>
            <a:srgbClr val="F7F3E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0" name="Shape 15"/>
          <p:cNvSpPr/>
          <p:nvPr/>
        </p:nvSpPr>
        <p:spPr>
          <a:xfrm>
            <a:off x="640080" y="2880360"/>
            <a:ext cx="256032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10896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30632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Reutilización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822960" y="36576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Diseñados para ser usados por múltiples consumidores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429000" y="2880360"/>
            <a:ext cx="2560320" cy="1554480"/>
          </a:xfrm>
          <a:prstGeom prst="rect">
            <a:avLst/>
          </a:prstGeom>
          <a:solidFill>
            <a:srgbClr val="F7F3E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Shape 19"/>
          <p:cNvSpPr/>
          <p:nvPr/>
        </p:nvSpPr>
        <p:spPr>
          <a:xfrm>
            <a:off x="3429000" y="2880360"/>
            <a:ext cx="2560320" cy="457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1880" y="310896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114800" y="30632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Autonomía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611880" y="36576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servicio controla su propia lógica y recursos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217920" y="2880360"/>
            <a:ext cx="2560320" cy="1554480"/>
          </a:xfrm>
          <a:prstGeom prst="rect">
            <a:avLst/>
          </a:prstGeom>
          <a:solidFill>
            <a:srgbClr val="F7F3E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0" name="Shape 23"/>
          <p:cNvSpPr/>
          <p:nvPr/>
        </p:nvSpPr>
        <p:spPr>
          <a:xfrm>
            <a:off x="6217920" y="2880360"/>
            <a:ext cx="2560320" cy="4572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3108960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03720" y="30632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 Estado (Stateless)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400800" y="36576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retienen información de sesiones previas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5" name="Text 27"/>
          <p:cNvSpPr/>
          <p:nvPr/>
        </p:nvSpPr>
        <p:spPr>
          <a:xfrm>
            <a:off x="640080" y="4892040"/>
            <a:ext cx="78638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FITEC — Universidad de Montemorelos</a:t>
            </a:r>
            <a:endParaRPr lang="en-US" sz="9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6" name="Entrada de lápiz 35">
                <a:extLst>
                  <a:ext uri="{FF2B5EF4-FFF2-40B4-BE49-F238E27FC236}">
                    <a16:creationId xmlns:a16="http://schemas.microsoft.com/office/drawing/2014/main" id="{4FF266A0-37C7-6DA4-0F26-CAA5522B9A7F}"/>
                  </a:ext>
                </a:extLst>
              </p14:cNvPr>
              <p14:cNvContentPartPr/>
              <p14:nvPr/>
            </p14:nvContentPartPr>
            <p14:xfrm>
              <a:off x="537840" y="2852280"/>
              <a:ext cx="4549680" cy="844560"/>
            </p14:xfrm>
          </p:contentPart>
        </mc:Choice>
        <mc:Fallback xmlns="">
          <p:pic>
            <p:nvPicPr>
              <p:cNvPr id="36" name="Entrada de lápiz 35">
                <a:extLst>
                  <a:ext uri="{FF2B5EF4-FFF2-40B4-BE49-F238E27FC236}">
                    <a16:creationId xmlns:a16="http://schemas.microsoft.com/office/drawing/2014/main" id="{4FF266A0-37C7-6DA4-0F26-CAA5522B9A7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28480" y="2842920"/>
                <a:ext cx="4568400" cy="863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952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Servicios Web: REST vs SOAP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374904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3749040" cy="5029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1691640"/>
            <a:ext cx="3200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HTTP estándar (GET, POST, PUT, DELETE)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ligero: JSON (o XML)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estado (stateless) por diseño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Fácil de consumir desde cualquier cliente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aplicaciones web y móviles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lo implementa con @RestController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74904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749040" cy="5029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4754880" y="10058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SOAP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0" y="1691640"/>
            <a:ext cx="3200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XML estricto con WSDL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Soporta WS-Security (más seguro)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Transacciones ACID confiables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overhead por mensajes XML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Común en sistemas bancarios y legacy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complejo pero más robusto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6177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C9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este curso usaremos REST con Spring Boot — el estándar de la industria actual para SOA moderna.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640080" y="4892040"/>
            <a:ext cx="78638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FITEC — Universidad de Montemorelos</a:t>
            </a:r>
            <a:endParaRPr lang="en-US" sz="9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5" name="Entrada de lápiz 14">
                <a:extLst>
                  <a:ext uri="{FF2B5EF4-FFF2-40B4-BE49-F238E27FC236}">
                    <a16:creationId xmlns:a16="http://schemas.microsoft.com/office/drawing/2014/main" id="{F1B42747-06CE-6F82-F18D-F9367A00A631}"/>
                  </a:ext>
                </a:extLst>
              </p14:cNvPr>
              <p14:cNvContentPartPr/>
              <p14:nvPr/>
            </p14:nvContentPartPr>
            <p14:xfrm>
              <a:off x="5900400" y="1895040"/>
              <a:ext cx="492120" cy="891720"/>
            </p14:xfrm>
          </p:contentPart>
        </mc:Choice>
        <mc:Fallback xmlns="">
          <p:pic>
            <p:nvPicPr>
              <p:cNvPr id="15" name="Entrada de lápiz 14">
                <a:extLst>
                  <a:ext uri="{FF2B5EF4-FFF2-40B4-BE49-F238E27FC236}">
                    <a16:creationId xmlns:a16="http://schemas.microsoft.com/office/drawing/2014/main" id="{F1B42747-06CE-6F82-F18D-F9367A00A63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91040" y="1885680"/>
                <a:ext cx="510840" cy="910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952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SOA vs Microservicios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05840"/>
          <a:ext cx="7863840" cy="29260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Microservicios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Alcance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Nivel empresarial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Nivel de aplicación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Comunicación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ESB (Enterprise Service Bus)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Gateway / HTTP directo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Tamaño del servicio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Servicios más grandes y completos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Servicios muy pequeños y específicos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de datos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Compartida entre servicios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 servicio tiene la suya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Despliegue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Monolítico o coordinado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Independiente por servicio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Gobernanza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Centralizada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Descentralizada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Tecnología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Homogénea (un stack)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Políglota (diferentes stacks)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640080" y="4892040"/>
            <a:ext cx="78638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FITEC — Universidad de Montemorelos</a:t>
            </a:r>
            <a:endParaRPr lang="en-US" sz="9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2126F7C2-CC3A-FF44-F76A-878EB6C12D7B}"/>
                  </a:ext>
                </a:extLst>
              </p14:cNvPr>
              <p14:cNvContentPartPr/>
              <p14:nvPr/>
            </p14:nvContentPartPr>
            <p14:xfrm>
              <a:off x="2566800" y="537840"/>
              <a:ext cx="5930280" cy="3849120"/>
            </p14:xfrm>
          </p:contentPart>
        </mc:Choice>
        <mc:Fallback xmlns=""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2126F7C2-CC3A-FF44-F76A-878EB6C12D7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57440" y="528480"/>
                <a:ext cx="5949000" cy="3867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952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7315200" y="-914400"/>
            <a:ext cx="3200400" cy="320040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91440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1031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Ejercicio Práctico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3840480" y="2926080"/>
            <a:ext cx="1463040" cy="36576"/>
          </a:xfrm>
          <a:prstGeom prst="rect">
            <a:avLst/>
          </a:prstGeom>
          <a:solidFill>
            <a:srgbClr val="C9952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1371600" y="3200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E8C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Hospitalaria con Spring Boot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371600" y="3749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Implementando servicios reutilizables en una arquitectura SOA real</a:t>
            </a:r>
            <a:endParaRPr lang="en-US" sz="13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Entrada de lápiz 9">
                <a:extLst>
                  <a:ext uri="{FF2B5EF4-FFF2-40B4-BE49-F238E27FC236}">
                    <a16:creationId xmlns:a16="http://schemas.microsoft.com/office/drawing/2014/main" id="{FE8F1DFB-154A-2A0E-C9FA-85F4E3C2AD0A}"/>
                  </a:ext>
                </a:extLst>
              </p14:cNvPr>
              <p14:cNvContentPartPr/>
              <p14:nvPr/>
            </p14:nvContentPartPr>
            <p14:xfrm>
              <a:off x="5362560" y="3686040"/>
              <a:ext cx="1643760" cy="472680"/>
            </p14:xfrm>
          </p:contentPart>
        </mc:Choice>
        <mc:Fallback xmlns="">
          <p:pic>
            <p:nvPicPr>
              <p:cNvPr id="10" name="Entrada de lápiz 9">
                <a:extLst>
                  <a:ext uri="{FF2B5EF4-FFF2-40B4-BE49-F238E27FC236}">
                    <a16:creationId xmlns:a16="http://schemas.microsoft.com/office/drawing/2014/main" id="{FE8F1DFB-154A-2A0E-C9FA-85F4E3C2AD0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53200" y="3676680"/>
                <a:ext cx="1662480" cy="491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952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Arquitectura del Ejercicio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Crearemos 3 microservicios REST que se comunican entre sí, simulando un sistema hospitalario real.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2651760" cy="45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155448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148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auth-service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23774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Puerto: 8081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" y="2606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JWT Tokens,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credenciales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520440" y="137160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3520440" y="1371600"/>
            <a:ext cx="2651760" cy="457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155448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57600" y="2148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patient-service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657600" y="23774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Puerto: 8082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657600" y="2606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pacientes,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de expedientes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400800" y="137160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4"/>
          <p:cNvSpPr/>
          <p:nvPr/>
        </p:nvSpPr>
        <p:spPr>
          <a:xfrm>
            <a:off x="6400800" y="1371600"/>
            <a:ext cx="2651760" cy="4572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0" y="155448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537960" y="2148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notification-service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537960" y="23774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Puerto: 8083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6537960" y="2606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 de emails,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del sistema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1371600" y="3566160"/>
            <a:ext cx="6400800" cy="100584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4" name="Text 19"/>
          <p:cNvSpPr/>
          <p:nvPr/>
        </p:nvSpPr>
        <p:spPr>
          <a:xfrm>
            <a:off x="1371600" y="36118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hospital-gateway (Puerto 8080)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1645920" y="39776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que orquesta los 3 servicios — consume auth-service, patient-service y notification-service usando RestTemplate / WebClient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22"/>
          <p:cNvSpPr/>
          <p:nvPr/>
        </p:nvSpPr>
        <p:spPr>
          <a:xfrm>
            <a:off x="640080" y="4892040"/>
            <a:ext cx="78638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FITEC — Universidad de Montemorelos</a:t>
            </a:r>
            <a:endParaRPr lang="en-US" sz="9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8" name="Entrada de lápiz 27">
                <a:extLst>
                  <a:ext uri="{FF2B5EF4-FFF2-40B4-BE49-F238E27FC236}">
                    <a16:creationId xmlns:a16="http://schemas.microsoft.com/office/drawing/2014/main" id="{BC155389-A5FA-7828-4B0B-37CAC4E7A4AB}"/>
                  </a:ext>
                </a:extLst>
              </p14:cNvPr>
              <p14:cNvContentPartPr/>
              <p14:nvPr/>
            </p14:nvContentPartPr>
            <p14:xfrm>
              <a:off x="1271520" y="1203840"/>
              <a:ext cx="5682240" cy="420480"/>
            </p14:xfrm>
          </p:contentPart>
        </mc:Choice>
        <mc:Fallback xmlns="">
          <p:pic>
            <p:nvPicPr>
              <p:cNvPr id="28" name="Entrada de lápiz 27">
                <a:extLst>
                  <a:ext uri="{FF2B5EF4-FFF2-40B4-BE49-F238E27FC236}">
                    <a16:creationId xmlns:a16="http://schemas.microsoft.com/office/drawing/2014/main" id="{BC155389-A5FA-7828-4B0B-37CAC4E7A4A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62160" y="1194480"/>
                <a:ext cx="5700960" cy="439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952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640080" y="182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Paso 1: auth-service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de autenticación reutilizable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3703320"/>
          </a:xfrm>
          <a:prstGeom prst="rect">
            <a:avLst/>
          </a:prstGeom>
          <a:solidFill>
            <a:srgbClr val="282A3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2560320" cy="320040"/>
          </a:xfrm>
          <a:prstGeom prst="rect">
            <a:avLst/>
          </a:prstGeom>
          <a:solidFill>
            <a:srgbClr val="3B3F5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C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AuthController.java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325880"/>
            <a:ext cx="78638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@RestController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@RequestMapping("/api/auth")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AuthController {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@Autowired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AuthService authService;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@PostMapping("/login")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ResponseEntity&lt;AuthResponse&gt; login(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@RequestBody LoginRequest request) {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AuthResponse response = authService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.authenticate(request);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ResponseEntity.ok(response);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@GetMapping("/validate/{token}")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ResponseEntity&lt;Boolean&gt; validateToken(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@PathVariable String token) {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boolean isValid = authService.validate(token);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ResponseEntity.ok(isValid);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40080" y="4892040"/>
            <a:ext cx="78638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FITEC — Universidad de Montemorelos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952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640080" y="182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Paso 2: patient-service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de registro de pacientes — reutilizado por todos los sistemas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3703320"/>
          </a:xfrm>
          <a:prstGeom prst="rect">
            <a:avLst/>
          </a:prstGeom>
          <a:solidFill>
            <a:srgbClr val="282A3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2926080" cy="320040"/>
          </a:xfrm>
          <a:prstGeom prst="rect">
            <a:avLst/>
          </a:prstGeom>
          <a:solidFill>
            <a:srgbClr val="3B3F5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C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PatientController.java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325880"/>
            <a:ext cx="78638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@RestController</a:t>
            </a:r>
            <a:endParaRPr lang="en-US" sz="8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@RequestMapping("/api/patients")</a:t>
            </a:r>
            <a:endParaRPr lang="en-US" sz="8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PatientController {</a:t>
            </a:r>
            <a:endParaRPr lang="en-US" sz="8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@Autowired</a:t>
            </a:r>
            <a:endParaRPr lang="en-US" sz="8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PatientService patientService;</a:t>
            </a:r>
            <a:endParaRPr lang="en-US" sz="850" dirty="0"/>
          </a:p>
          <a:p>
            <a:pPr marL="0" indent="0">
              <a:lnSpc>
                <a:spcPct val="108000"/>
              </a:lnSpc>
              <a:buNone/>
            </a:pPr>
            <a:endParaRPr lang="en-US" sz="8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@PostMapping("/register")</a:t>
            </a:r>
            <a:endParaRPr lang="en-US" sz="8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ResponseEntity&lt;Patient&gt; register(</a:t>
            </a:r>
            <a:endParaRPr lang="en-US" sz="8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@RequestBody PatientDTO dto) {</a:t>
            </a:r>
            <a:endParaRPr lang="en-US" sz="8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Patient patient = patientService.register(dto);</a:t>
            </a:r>
            <a:endParaRPr lang="en-US" sz="8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ResponseEntity</a:t>
            </a:r>
            <a:endParaRPr lang="en-US" sz="8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.status(HttpStatus.CREATED).body(patient);</a:t>
            </a:r>
            <a:endParaRPr lang="en-US" sz="8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marL="0" indent="0">
              <a:lnSpc>
                <a:spcPct val="108000"/>
              </a:lnSpc>
              <a:buNone/>
            </a:pPr>
            <a:endParaRPr lang="en-US" sz="8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@GetMapping("/{id}")</a:t>
            </a:r>
            <a:endParaRPr lang="en-US" sz="8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ResponseEntity&lt;Patient&gt; getById(</a:t>
            </a:r>
            <a:endParaRPr lang="en-US" sz="8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@PathVariable Long id) {</a:t>
            </a:r>
            <a:endParaRPr lang="en-US" sz="8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ResponseEntity</a:t>
            </a:r>
            <a:endParaRPr lang="en-US" sz="8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.ok(patientService.findById(id));</a:t>
            </a:r>
            <a:endParaRPr lang="en-US" sz="8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marL="0" indent="0">
              <a:lnSpc>
                <a:spcPct val="108000"/>
              </a:lnSpc>
              <a:buNone/>
            </a:pPr>
            <a:endParaRPr lang="en-US" sz="8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@GetMapping</a:t>
            </a:r>
            <a:endParaRPr lang="en-US" sz="8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ResponseEntity&lt;List&lt;Patient&gt;&gt; getAll() {</a:t>
            </a:r>
            <a:endParaRPr lang="en-US" sz="8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ResponseEntity.ok(patientService.findAll());</a:t>
            </a:r>
            <a:endParaRPr lang="en-US" sz="8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40080" y="4892040"/>
            <a:ext cx="78638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FITEC — Universidad de Montemorelos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952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640080" y="182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Paso 3: hospital-gateway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gateway consume los servicios — principio SOA de composición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3703320"/>
          </a:xfrm>
          <a:prstGeom prst="rect">
            <a:avLst/>
          </a:prstGeom>
          <a:solidFill>
            <a:srgbClr val="282A3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3200400" cy="320040"/>
          </a:xfrm>
          <a:prstGeom prst="rect">
            <a:avLst/>
          </a:prstGeom>
          <a:solidFill>
            <a:srgbClr val="3B3F5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C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HospitalGatewayService.java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325880"/>
            <a:ext cx="78638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@Service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HospitalGatewayService {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@Autowired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RestTemplate restTemplate;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static final String AUTH_URL =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"http://localhost:8081/api/auth";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static final String PATIENT_URL =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"http://localhost:8082/api/patients";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Reutiliza el servicio de autenticación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AuthResponse login(LoginRequest req) {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restTemplate.postForObject(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AUTH_URL + "/login", req, AuthResponse.class);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Reutiliza el servicio de registro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Patient registerPatient(PatientDTO dto) {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restTemplate.postForObject(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PATIENT_URL + "/register", dto, Patient.class);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Composición: autentica y luego registra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Patient secureRegister(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LoginRequest auth, PatientDTO patient) {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AuthResponse token = login(auth);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registerPatient(patient);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40080" y="4892040"/>
            <a:ext cx="78638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FITEC — Universidad de Montemorelos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952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Instrucciones del Ejercicio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457200" cy="457200"/>
          </a:xfrm>
          <a:prstGeom prst="ellipse">
            <a:avLst/>
          </a:prstGeom>
          <a:solidFill>
            <a:srgbClr val="C9952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960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Crear 3 proyectos Spring Boot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2527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auth-service (8081), patient-service (8082), notification-service (8083). Cada uno independiente con su propio application.properties.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755648"/>
            <a:ext cx="457200" cy="457200"/>
          </a:xfrm>
          <a:prstGeom prst="ellipse">
            <a:avLst/>
          </a:prstGeom>
          <a:solidFill>
            <a:srgbClr val="C9952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640080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1709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Implementar los endpoints REST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200253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servicio expone sus endpoints con @RestController. Usar DTOs para transferencia de datos entre servicios.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505456"/>
            <a:ext cx="457200" cy="457200"/>
          </a:xfrm>
          <a:prstGeom prst="ellipse">
            <a:avLst/>
          </a:prstGeom>
          <a:solidFill>
            <a:srgbClr val="C9952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640080" y="2505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24597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Crear el Gateway (puerto 8080)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275234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RestTemplate o WebClient para consumir los 3 servicios. Implementar al menos 2 endpoints que combinen servicios (composición).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255264"/>
            <a:ext cx="457200" cy="457200"/>
          </a:xfrm>
          <a:prstGeom prst="ellipse">
            <a:avLst/>
          </a:prstGeom>
          <a:solidFill>
            <a:srgbClr val="C9952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640080" y="3255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32095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Probar con Postman o cURL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3502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que el gateway puede autenticar un usuario y luego registrar un paciente en una sola operación compuesta.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005072"/>
            <a:ext cx="457200" cy="457200"/>
          </a:xfrm>
          <a:prstGeom prst="ellipse">
            <a:avLst/>
          </a:prstGeom>
          <a:solidFill>
            <a:srgbClr val="C9952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640080" y="4005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25880" y="39593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Entregable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25880" y="4251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los 4 proyectos a un repositorio Git. Incluir un README.md con instrucciones de ejecución y capturas de las pruebas.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640080" y="4892040"/>
            <a:ext cx="78638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FITEC — Universidad de Montemorelos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952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Resumen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143000"/>
            <a:ext cx="1097280" cy="36576"/>
          </a:xfrm>
          <a:prstGeom prst="rect">
            <a:avLst/>
          </a:prstGeom>
          <a:solidFill>
            <a:srgbClr val="C9952B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0876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4630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estructura el software como servicios independientes y reutilizables</a:t>
            </a:r>
            <a:endParaRPr lang="en-US" sz="14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0312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20574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principios clave son: bajo acoplamiento, abstracción, reutilización y composición</a:t>
            </a:r>
            <a:endParaRPr lang="en-US" sz="14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69748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43000" y="26517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es el protocolo predominante en SOA moderna (Spring Boot + @RestController)</a:t>
            </a:r>
            <a:endParaRPr lang="en-US" sz="1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91840"/>
            <a:ext cx="320040" cy="32004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43000" y="32461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servicios se comunican via HTTP — consumidos con RestTemplate o WebClient</a:t>
            </a:r>
            <a:endParaRPr lang="en-US" sz="14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886200"/>
            <a:ext cx="320040" cy="32004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43000" y="38404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composición de servicios permite construir flujos empresariales complejos</a:t>
            </a:r>
            <a:endParaRPr lang="en-US" sz="1400" dirty="0"/>
          </a:p>
        </p:txBody>
      </p:sp>
      <p:sp>
        <p:nvSpPr>
          <p:cNvPr id="17" name="Text 10"/>
          <p:cNvSpPr/>
          <p:nvPr/>
        </p:nvSpPr>
        <p:spPr>
          <a:xfrm>
            <a:off x="91440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99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"Educar es redimir" — Universidad de Montemorelos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9952B"/>
          </a:solidFill>
          <a:ln/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1301</Words>
  <Application>Microsoft Macintosh PowerPoint</Application>
  <PresentationFormat>Presentación en pantalla (16:9)</PresentationFormat>
  <Paragraphs>264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Arial</vt:lpstr>
      <vt:lpstr>Calibri</vt:lpstr>
      <vt:lpstr>Consolas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Programación Orientada a Servicios</dc:title>
  <dc:subject>PptxGenJS Presentation</dc:subject>
  <dc:creator>FITEC - Universidad de Montemorelos</dc:creator>
  <cp:lastModifiedBy>Daniel Neri Ramirez</cp:lastModifiedBy>
  <cp:revision>2</cp:revision>
  <dcterms:created xsi:type="dcterms:W3CDTF">2026-03-23T21:26:49Z</dcterms:created>
  <dcterms:modified xsi:type="dcterms:W3CDTF">2026-03-24T22:55:26Z</dcterms:modified>
</cp:coreProperties>
</file>